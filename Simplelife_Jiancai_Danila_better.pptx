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6" r:id="rId5"/>
    <p:sldId id="258" r:id="rId6"/>
    <p:sldId id="267" r:id="rId7"/>
    <p:sldId id="264" r:id="rId8"/>
    <p:sldId id="268" r:id="rId9"/>
    <p:sldId id="260" r:id="rId10"/>
    <p:sldId id="261" r:id="rId11"/>
    <p:sldId id="262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>
      <p:cViewPr varScale="1">
        <p:scale>
          <a:sx n="90" d="100"/>
          <a:sy n="90" d="100"/>
        </p:scale>
        <p:origin x="336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39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4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03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12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27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7:48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03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12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27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25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27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3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0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8795 1 24575,'-1013'0'-3064,"951"3"3064,0 3 0,-73 16 0,-18 3 0,95-17 0,-201 14 0,177-17 0,-159 32 0,148-21 0,-74 19 7,-111 14-382,242-44 166,-67 19 0,-9 3-188,-55 0 1235,130-20-838,-53 16 0,-9 3 0,-70 4 0,150-27 0,1 2 0,0 0 0,-23 10 0,-33 10 0,39-17 0,-1 3 0,1 1 0,-34 16 0,-83 36 0,121-50 673,16-8-548,0 1 0,0 1 0,0 0 0,-18 15-1,12-8-124,0-1 0,-35 16 0,37-20 0,-22 12-251,-212 123 2024,215-118-1732,-51 31-42,61-42 1,0 0 0,1 2 0,1 2 0,-30 27 0,32-26-21,-2-1 1,0 0-1,-1-2 1,-41 20-1,43-22-154,0 2 0,-30 26 0,-7 5 186,17-19-11,22-15 0,-41 35 0,28-21 0,-9 9 0,22-15 206,-2-1-1,-33 22 1,46-35-289,-28 21-12,4-2-57,-1-1 0,-2-3 0,-45 23 0,18-13-295,-66 45 0,26-15-169,28-16 615,39-23-58,-82 39 0,84-46 57,1 1-1,-61 45 0,-4 2-202,-163 97-178,210-130 383,22-13-8,-45 36 0,-29 23-8,-8 7 228,88-65 666,15-12-852,1-1 0,0 1 0,-9 11 0,3-4-8,0 0-1,0-2 1,-2 0 0,-27 18 0,-10 7 18,47-32-36,1 0 0,0 1 0,0 0 0,-6 10 0,6-9 0,1-1 0,-1 0 0,-14 13 0,-130 92 2274,131-97-2274,0 2 0,2 0 0,0 1 0,-29 41 0,-4 5 0,-62 74 0,88-110 0,-23 39 0,21-30 0,-2 11 0,24-39 0,0-1 0,0 0 0,0-1 0,-1 1 0,0-1 0,-1 0 0,-13 12 0,6-7 0,0 0 0,2 1 0,-1 0 0,2 1 0,-14 22 0,10-15 0,-31 37 0,29-39 0,1 0 0,-22 39 0,25-37 0,-2 0 0,-27 32 0,35-45 0,0 0 0,1 0 0,0 1 0,1 0 0,-5 11 0,-15 26 0,-3-6 0,-1-1 0,-58 58 0,0-13 31,-53 58-1427,130-130-5430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08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24575,'0'453'0,"-2"-431"0,0-1 0,-9 37 0,6-35 0,1 0 0,-1 27 0,4-23 0,-1-14 0,2 1 0,0-1 0,0 1 0,4 21 0,-3-32 0,-1-1 0,1 1 0,0 0 0,0 0 0,0-1 0,0 1 0,1-1 0,-1 1 0,1-1 0,-1 1 0,1-1 0,0 0 0,0 0 0,0 0 0,0 0 0,0 0 0,0 0 0,1-1 0,-1 1 0,1-1 0,-1 1 0,1-1 0,0 0 0,-1 0 0,1 0 0,5 1 0,7-1 0,0-1 0,0 0 0,0-1 0,0-1 0,0 0 0,0-1 0,22-7 0,20-4 0,-12 2-1365,-27 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10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8433 0 24575,'-876'0'0,"848"2"0,-56 9 0,-2 1 0,-34 4-770,73-9 275,-69 2 0,80-7 462,-1 2 1,1 1-1,-39 12 0,29-7 46,-51 5 0,58-9 46,0 1 0,-68 23 0,70-18-33,0-2 1,0-1-1,-42 4 0,53-10-39,0 2 0,1 1 0,-1 1 0,-31 14 0,32-11 16,-1-1 1,0-2-1,-50 9 0,46-11-3,0 1 0,0 2 0,-55 23 0,30-11 0,-154 53-48,83-22 38,113-46 10,0 0 0,-20 13 0,-22 9 0,-197 74 0,80-12 0,-7 3 0,61-32 0,77-41 0,-54 33 0,49-23 0,-26 17 0,41-25 0,-1-2 0,-65 30 0,79-41 0,6-2 0,1 1 0,-1 0 0,-19 18 0,20-15 0,-1-1 0,-22 14 0,-115 71 0,110-67 0,-3 4 0,29-20 0,-1-1 0,0 0 0,-23 11 0,25-14 0,0 0 0,0 1 0,1 0 0,-13 13 0,-15 10 0,-13 2 650,37-25-588,0 1 0,1 1 0,0 0 0,-19 19 0,3 0 219,-35 27 0,6-6-110,17-14-171,20-18 0,1 1 0,0 1 0,-21 27 0,-18 27 0,33-42 0,1 1 0,-23 40 0,36-54 0,-24 29 0,0 1 0,21-26 0,-1-1 0,-1 0 0,-28 27 0,30-33 0,1 1 0,1 1 0,1 0 0,-15 28 0,13-22 0,-33 43 0,22-35 0,-28 43 0,48-63 0,0 0 0,1 0 0,1 0 0,0 0 0,-5 23 0,6-21 0,0 1 0,-2-1 0,1 0 0,-10 17 0,-97 176 0,-23 30 0,110-196 0,12-22 0,1 1 0,-16 42 0,16-33 0,-20 35 0,8-19 0,-41 75 0,-11 22 0,54-95 0,-17 43 0,30-68 0,-19 32 0,20-41 0,0 0 0,0 0 0,2 1 0,0 0 0,0 0 0,-4 25 0,4-12 0,-1 1 0,-2-1 0,-14 35 0,-5 19 0,-37 101 0,19-25 0,10-49 0,-14 39 0,40-122 0,-6 35 0,10-39 0,0 0 0,-1-1 0,-11 23 0,10-26 0,1 0 0,-7 31 0,-6 17 0,-54 143 57,27-72-742,-29 29 685,9-16 0,43-101 0,-32 92 0,-26 69 0,53-146 0,-31 106 0,31-92 0,21-60 0,0 0 0,1 1 0,1 0 0,-4 21 0,4-8 0,-2 0 0,-1 0 0,-2-1 0,-1-1 0,-15 31 0,19-43 171,2-1 0,-7 31 0,-7 22-56,-16 51-115,27-86 0,-2-1 0,-25 59 0,26-71 0,1 1 0,-9 37 0,-7 19 0,-3 14 0,19-60 0,-14 35 0,-12 35 0,22-62 0,-20 46 0,21-57 0,1 0 0,1 1 0,-6 37 0,-13 48 0,5-26 0,18-65 0,-1-1 0,0 1 0,-2-1 0,-12 25 0,11-29 0,1 1 0,1 0 0,-9 41 0,11-36 0,-2-1 0,-12 30 0,-1 8 0,17-47 0,-2 0 0,-10 24 0,-1 1 0,-16 52 0,-1 2 0,26-77 0,0 2 0,-1 0 0,-6 31 0,10-29 0,-1-1 0,-2 1 0,0-1 0,-1-1 0,0 1 0,-15 21 0,18-31 0,1 0 0,0 0 0,1 0 0,0 1 0,0-1 0,-1 15 0,-6 22 0,6-32 0,-37 152 0,25-89 0,14-71 0,0 0 0,0-1 0,-1 1 0,1-1 0,-2 1 0,1-1 0,-1 0 0,-7 10 0,10-16-31,0 1 0,0 0 0,0 0 0,0-1 0,-1 1 0,1 0 0,0-1 0,0 1 0,0-1 0,-1 1 0,1-1 0,0 0 0,0 0 0,-1 1 0,1-1 0,0 0 0,-1 0 0,1 0 0,0 0 0,-1-1 0,1 1 0,0 0 0,0-1 0,-1 1-1,1 0 1,0-1 0,0 1 0,0-1 0,0 0 0,-1 1 0,1-1 0,0 0 0,0 0 0,0 0 0,1 0 0,-1 0 0,0 0 0,0 0 0,0 0 0,1 0 0,-1 0 0,0 0 0,0-2 0,-7-12-6795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11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24575,'1'17'0,"1"-1"0,1 1 0,1-1 0,0 0 0,9 23 0,-5-16 0,8 37 0,-7 17 0,5 21 0,2-41 0,-10-40 0,-2-1 0,0 1 0,4 34 0,-7-18 0,-1-18 0,0 1 0,2-1 0,-1 0 0,8 28 0,-8-40 0,0 1 0,1-1 0,-1 1 0,1-1 0,0 0 0,0 0 0,0 0 0,0 0 0,0 0 0,1 0 0,-1-1 0,1 1 0,0-1 0,0 0 0,0 1 0,0-1 0,0-1 0,0 1 0,0 0 0,1-1 0,-1 0 0,1 1 0,-1-1 0,1-1 0,4 2 0,31 1 0,0-1 0,54-6 0,-8 1 0,-67 2 0,0 0 0,0-2 0,-1 0 0,1-1 0,33-12 0,-10-1 0,48-28 0,-78 40 0,1 0 0,0 1 0,0 1 0,0-1 0,15-1 0,-13 3 0,0-1 0,0-1 0,21-8 0,-7 1 0,52-14 0,-53 18 0,0-1 0,37-17 0,-6-3 0,-32 17 0,-1-1 0,0-1 0,-1-1 0,0-1 0,-1-1 0,24-22 0,-20 16 0,7-7 0,-5 3-1365,-13 17-5461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9:11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4843 3958 24575,'-17'-1'0,"1"-1"0,-1-1 0,1 0 0,0-1 0,-25-11 0,21 9 0,1-1 0,-1 2 0,-24-3 0,-16-1 0,0-2 0,-87-27 0,4 3 95,-12-4-1372,-79-22 621,48 15-1117,-129-29 237,234 60 1646,1-4 0,-100-37 0,127 38-91,-64-13 0,78 23 402,1-2-1,0-2 1,1-1 0,-43-22 0,-24-16 1149,64 33-1202,2-1 1,-47-31-1,28 12-368,35 25 0,0-2 0,1 0 0,-31-30 0,20 14 0,-67-46 0,-17-17 0,76 56 0,-7-6 0,-71-84 0,94 88 0,21 33 0,-1 0 0,0 0 0,-1 0 0,0 0 0,-10-11 0,-4-2 0,1-1 0,-20-30 0,4 4 0,-64-92 0,82 115 0,-24-49 0,29 50 0,-22-34 0,-29-45 0,38 60 0,-5-3 0,20 32 0,0-2 0,0 1 0,1-1 0,-6-18 0,-41-84 0,45 91 0,-25-44 0,2 4 0,-8-37 0,23 55 0,-43-82 0,54 115 0,0-1 0,1 1 0,-8-33 0,9 30 0,-1 0 0,-12-28 0,-27-64 0,12 29 0,-58-158 0,25 86 0,50 97 0,14 47 0,0 0 0,-1 0 0,0 0 0,0 0 0,-9-17 0,-6-5 0,-24-62 0,28 59 0,-32-56 0,25 52 0,-33-76 0,54 113 0,-1-1 0,1 0 0,-1 0 0,0 1 0,0-1 0,0 1 0,0-1 0,0 1 0,0-1 0,0 1 0,0-1 0,0 1 0,-1 0 0,-1-1 0,3 1 0,-1 1 0,1 0 0,-1 1 0,1-1 0,-1 0 0,1 0 0,0 0 0,-1 0 0,1 0 0,-1 0 0,1 0 0,-1 1 0,1-1 0,0 0 0,-1 0 0,1 1 0,-1-1 0,1 0 0,0 1 0,-1-1 0,1 0 0,0 1 0,0-1 0,-1 0 0,1 1 0,0-1 0,0 1 0,-1-1 0,1 0 0,0 1 0,0-1 0,0 2 0,-4 9 0,1 0 0,1 0 0,-2 14 0,1-9 0,-4 9 0,-1 0 0,-1-1 0,-2 0 0,-23 41 0,18-37 0,1 1 0,-14 41 0,-12 30 0,28-70 0,0 0 0,-8 35 0,-7 19 0,18-57 0,-9 35 0,16-53-195,0 1 0,0-1 0,-1 0 0,0 0 0,-1 0 0,-8 12 0,3-6-6631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9:12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24575,'1440'0'-1365,"-1416"0"-5461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44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49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1 24575,'-82'-1'0,"-91"3"0,159 1 0,0 0 0,0 0 0,0 1 0,0 1 0,-18 9 0,-13 5 0,36-15 0,1 1 0,0 0 0,0 0 0,0 1 0,0 0 0,1 0 0,0 1 0,1 0 0,-1 0 0,-6 11 0,5-8 0,-1 1 0,-1-1 0,0-1 0,-11 10 0,17-17-114,1 1 1,0 0-1,-1 0 0,1 0 0,0 0 1,0 0-1,1 1 0,-1-1 0,1 1 1,-1 0-1,-2 8 0,-1 6-6712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44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4069 24575,'2'-2'0,"-1"-1"0,0 1 0,1-1 0,0 1 0,0 0 0,0 0 0,0 0 0,0 0 0,0 0 0,0 0 0,0 1 0,1-1 0,-1 1 0,1 0 0,3-2 0,3-3 0,27-16 0,0 1 0,42-16 0,-53 26 0,66-25 0,-72 29-159,0-1-1,30-17 0,-29 13-37,36-13-1,54-17-462,82-28-866,239-80 1526,-126 39-2566,213-93-61,-442 172 2627,93-25 0,58-25 0,120-53 0,-193 71 40,1-1-240,117-47-589,-245 101 778,66-37 721,165-111 0,-166 98-521,-76 49 573,0-1-1,-1 0 1,22-26 0,49-68 972,-74 93-1734,-1 0 0,0-1 0,-1-1 0,-1 0 0,14-33 0,-19 41 258,0 0 0,0 0 0,1 1-1,6-9 1,15-25 1012,45-139-1006,-51 114-264,-8 21 0,12-35 0,25-161 0,-43 211 0,18-56 0,0 2 0,-18 62 0,0-1 0,1 2 0,2-1 0,0 1 0,13-21 0,-15 28 0,-1-1 0,0 0 0,5-24 0,-6 21 0,0 0 0,11-22 0,-4 13 0,-2 0 0,13-53 0,-1 1 0,-17 60 0,-1-1 0,-1 1 0,-1-1 0,0 0 0,-2-30 0,-1 29 0,1 0 0,2 0 0,0 0 0,7-31 0,-1 12 0,-1-1 0,-3-1 0,-1 1 0,-5-83 0,0 36 0,2 86 0,0 1 0,0-1 0,0 1 0,0-1 0,-1 0 0,1 1 0,0-1 0,-1 1 0,1-1 0,-1 1 0,1-1 0,-1 1 0,0-1 0,1 1 0,-1 0 0,0-1 0,0 1 0,0 0 0,-2-2 0,2 2 0,0 1 0,0 0 0,0 0 0,0 0 0,0-1 0,0 1 0,0 0 0,0 0 0,0 0 0,0 1 0,0-1 0,0 0 0,0 0 0,0 0 0,0 1 0,0-1 0,0 1 0,0-1 0,0 0 0,1 1 0,-1 0 0,0-1 0,0 1 0,1-1 0,-1 1 0,0 0 0,0 0 0,1-1 0,-1 1 0,1 0 0,-1 0 0,0 1 0,-31 39 0,-41 40 0,-11 14 0,-179 235 0,230-283 0,18-23 0,-31 34 0,40-51 0,1 0 0,0 1 0,0-1 0,1 1 0,0 0 0,-3 9 0,-16 31 0,1-13 0,12-18 0,-1-1 0,-14 17 0,25-32 0,0-1 0,0 1 0,-1-1 0,1 1 0,0-1 0,-1 0 0,1 1 0,0-1 0,-1 1 0,1-1 0,-1 1 0,1-1 0,0 0 0,-1 1 0,1-1 0,-1 0 0,1 0 0,-1 1 0,1-1 0,-1 0 0,0 0 0,1 0 0,-1 0 0,1 1 0,-1-1 0,0 0 0,2-15 0,14-22 0,3 17 0,1 0 0,39-31 0,-33 31 0,36-40 0,-18 13 0,-21 24 0,-1-1 0,-1 0 0,21-37 0,37-71 0,-53 74-1365,-16 43-5461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45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24575,'13'0'0,"0"1"0,0 0 0,0 1 0,0 0 0,0 1 0,0 0 0,-1 1 0,0 1 0,1 0 0,-2 0 0,1 1 0,-1 1 0,0 0 0,0 1 0,12 11 0,-4-3 0,0-2 0,36 22 0,18 14 0,-58-40 0,0 0 0,28 14 0,-25-15 0,-1 0 0,17 13 0,-20-11 0,2 0 0,-1-1 0,2-1 0,-1-1 0,1 0 0,0-1 0,1-1 0,0 0 0,0-1 0,0-1 0,0-1 0,1-1 0,35 0 0,173-4-1365,-203 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45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3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0 399 24575,'26'-1'0,"-1"-1"0,1-1 0,44-13 0,71-29 0,-107 32 0,-16 6 0,0 1 0,-1 0 0,2 1 0,-1 1 0,25-2 0,-19 3 0,0-1 0,0 0 0,-1-2 0,24-9 0,-10 3 0,71-10 0,-59 14 0,98-30 0,-85 20 0,-44 14 0,0 1 0,1 1 0,29 0 0,-29 1 0,0 0 0,-1 0 0,26-7 0,111-21 0,-118 24 0,28-2-268,124 3 0,-122 5 5,117-12 0,16-11-722,-60 8 415,3 3 597,47-6-169,-118 8-41,1 4 0,109 6 0,-63 1 155,420-2 3337,-513 2-3309,0 2 0,0 0 0,0 1 0,0 2 0,30 12 0,123 54 0,-136-57 0,-1 2 0,67 39 0,-8-5 0,-72-39 0,0 2 0,40 27 0,-39-23 0,56 29 0,4 1 0,-42-21 0,-25-14 0,0 0 0,-1 1 0,35 30 0,3 6 0,-44-35 0,0-1 0,1-1 0,1 0 0,19 11 0,-17-12 0,0 1 0,-2 1 0,26 25 0,-28-23 0,58 70 0,69 136 0,-77-110 0,-57-94 0,0 0 0,-1 0 0,11 37 0,34 111 0,-47-145 0,1 0 0,-1 1 0,-1 1 0,-1-1 0,1 34 0,-4-20 0,-1 66 0,-1-91 0,-1 0 0,0 0 0,0-1 0,-1 1 0,-1-1 0,-6 16 0,5-16 0,-46 87 0,43-86 0,0 0 0,-1 0 0,0-1 0,-1 0 0,-16 14 0,-109 100 0,56-63 0,-17 16 0,36-31 0,5-4 0,-95 73 0,91-74 0,-8 18 0,50-43 0,-1-1 0,-27 19 0,-132 88 0,165-115 0,0 1 0,-19 19 0,22-19 0,0 0 0,-1-1 0,0 0 0,-16 9 0,-105 59 0,85-56 0,-74 25 0,118-45 0,-60 24 0,43-16 0,-1 0 0,0-1 0,0-1 0,-37 5 0,31-7 0,0 1 0,-43 14 0,46-11 0,0-2 0,0 0 0,-41 3 0,52-8 0,0-1 0,0 1 0,0 1 0,0 0 0,1 1 0,-1 0 0,1 1 0,-20 9 0,11-4 0,1-1 0,-1-1 0,0 0 0,-1-2 0,1 0 0,-24 1 0,-124 1 0,30-4 0,49 10-105,60-7-198,-50 3 0,35-8 303,-86 14 0,70-7 0,-1-2 0,0-4 0,-63-5 0,12 1 0,-707 2 711,791-1-711,0-2 0,-33-7 0,31 4 0,-48-2 0,49 5 0,-56-12 0,29 5 0,53 9-114,0 1 1,0-1-1,0 0 0,0 0 0,0 0 1,0 0-1,0-1 0,0 1 0,1-1 1,-1 0-1,-3-2 0,-6-9-6712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3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927 1 24575,'-15'13'0,"-1"-1"0,0-1 0,0 0 0,-25 11 0,-22 15 0,-15 12 0,43-29 0,-36 27 0,58-37 0,3-1 0,-1-1 0,0 0 0,-23 11 0,22-12 0,1 0 0,-1 0 0,-16 15 0,16-12 0,0-1 0,-19 11 0,30-20 0,-12 6 0,-1 1 0,1 0 0,1 1 0,-1 1 0,1 0 0,1 0 0,0 1 0,-13 15 0,-155 166 0,175-187 0,-25 20 0,24-21 0,1 0 0,0 1 0,0-1 0,0 1 0,0 0 0,-5 7 0,8-9 0,0 1 0,0 0 0,0-1 0,0 1 0,0 0 0,0 0 0,1 0 0,-1-1 0,1 1 0,0 0 0,0 0 0,0 0 0,0 0 0,0 0 0,1 0 0,0 3 0,1 1 0,0-1 0,1 0 0,-1 0 0,1 0 0,1 0 0,-1 0 0,1-1 0,0 1 0,0-1 0,0 0 0,1 0 0,6 5 0,11 8 0,39 24 0,-18-12 0,10 5 0,21 18 0,-52-37 0,31 19 0,-27-18 0,-5-5 0,1-1 0,25 9 0,27 14 0,-48-21 0,54 18 0,-8-4 0,94 32 132,-47-19-1629,-110-36-5329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5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24575,'1'0'0,"0"0"0,-1 1 0,1-1 0,0 0 0,0 1 0,0-1 0,-1 0 0,1 1 0,0-1 0,0 1 0,-1-1 0,1 1 0,0-1 0,-1 1 0,1 0 0,-1-1 0,1 1 0,0 0 0,-1 0 0,0-1 0,1 1 0,0 1 0,9 23 0,-6-12 0,17 37 0,28 107 0,-8-18 0,-33-114 0,-1 1 0,3 33 0,-6-35 0,0 0 0,15 44 0,6 20 0,-20-69 0,0 1 0,0-1 0,2 0 0,14 29 0,-21-48 0,1 1 0,-1 0 0,0-1 0,0 1 0,1-1 0,-1 1 0,0 0 0,1-1 0,-1 1 0,1-1 0,-1 1 0,0-1 0,1 1 0,-1-1 0,1 0 0,-1 1 0,1-1 0,0 0 0,-1 1 0,1-1 0,-1 0 0,1 1 0,0-1 0,-1 0 0,1 0 0,0 0 0,0 0 0,0-1 0,-1 1 0,1-1 0,-1 1 0,1-1 0,-1 0 0,1 1 0,-1-1 0,0 0 0,1 0 0,-1 1 0,0-1 0,1 0 0,-1 0 0,0 1 0,0-1 0,0-2 0,4-48 0,-4 40 0,3-3 0,1 0 0,0 0 0,0 1 0,2-1 0,-1 1 0,2 1 0,11-19 0,2-6 0,-4 12 0,0 0 0,35-41 0,-5 8 0,34-40 0,-25 46 0,-45 44 0,-1 0 0,0 0 0,0-1 0,-1 0 0,0 0 0,0-1 0,-1 0 0,6-11 0,-9 13 0,1 0 0,0 0 0,1 1 0,-1 0 0,12-11 0,-11 12 0,0 0 0,0-1 0,-1 1 0,0-1 0,0-1 0,6-11 0,12-40-1365,-18 40-5461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5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24575,'13'3'0,"0"-1"0,0 2 0,-1-1 0,1 2 0,-1 0 0,0 0 0,0 1 0,15 11 0,-13-10 0,16 12 0,-23-14 0,0 0 0,1-1 0,-1 0 0,1 0 0,0-1 0,0 0 0,0 0 0,16 3 0,-1-2-47,-1 1-1,-1 1 1,32 13-1,-21-7-1127,-14-6-5651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5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0 24575,'-1'7'0,"0"-1"0,0 1 0,-1-1 0,1 0 0,-5 9 0,-4 20 0,5-16 0,0 0 0,-2 0 0,0-1 0,-1 0 0,0 0 0,-2-1 0,0 0 0,-20 25 0,0 2 0,20-27 0,1 1 0,1 0 0,-9 29 0,-5 12 0,16-42 0,0 0 0,-4 23 0,7-26 0,0 0 0,-1 0 0,-1-1 0,-11 25 0,-34 53 0,50-90 7,-1-1-1,1 1 1,-1 0-1,1 0 1,-1 0-1,0-1 0,0 1 1,1 0-1,-1-1 1,0 1-1,0-1 1,0 1-1,1-1 1,-1 1-1,0-1 1,-1 1-1,1-1-55,0 0 0,1 0 0,-1 0-1,1-1 1,-1 1 0,1 0 0,-1 0 0,1 0 0,0-1-1,-1 1 1,1 0 0,-1 0 0,1-1 0,-1 1-1,1-1 1,0 1 0,-1 0 0,1-1 0,0 1 0,-1-1-1,1 1 1,0-1 0,0 1 0,-1 0 0,1-1 0,0 1-1,0-1 1,0 1 0,0-2 0,-4-12-6777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6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24575,'0'510'0,"1"-494"0,0 0 0,2 0 0,0-1 0,0 1 0,2 0 0,0-1 0,1 0 0,0 0 0,1-1 0,15 23 0,-12-13 0,6 12 0,-15-35 0,-1 0 0,1 0 0,0 0 0,0 1 0,0-1 0,-1 0 0,1 0 0,0 0 0,0-1 0,1 1 0,-1 0 0,0 0 0,0-1 0,0 1 0,0 0 0,1-1 0,-1 1 0,0-1 0,1 0 0,-1 1 0,3-1 0,-3 0 0,0 0 0,0-1 0,0 1 0,0-1 0,1 1 0,-1-1 0,0 0 0,0 1 0,0-1 0,0 0 0,0 0 0,-1 0 0,1 1 0,0-1 0,0 0 0,0 0 0,-1 0 0,2-2 0,14-27 0,-8 15 0,27-45 0,32-76 0,-35 66 0,42-48 0,-64 97 0,1-2 0,1 0 0,1 0 0,0 2 0,2-1 0,18-19 0,-26 32-42,-1 0-1,0-1 0,-1 0 0,0 0 1,-1 0-1,0-1 0,0 1 0,-1-1 1,3-19-1,-1 9-895,0 1-5888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7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24575,'0'6'0,"1"1"0,0-1 0,1 1 0,-1-1 0,6 12 0,4 20 0,-5 27 0,-2 0 0,-6 86 0,0-38 0,2 195 0,0-307 0,0 0 0,0 1 0,0-1 0,0 0 0,0 0 0,0 0 0,0 0 0,0 0 0,0 1 0,1-1 0,-1 0 0,0 0 0,1 0 0,-1 0 0,1 0 0,-1 0 0,1 0 0,0 1 0,0-2 0,-1 0 0,1 0 0,-1 0 0,1 0 0,-1 0 0,1 0 0,-1-1 0,1 1 0,0 0 0,-1 0 0,0 0 0,1-1 0,-1 1 0,1 0 0,-1 0 0,1-1 0,-1 1 0,1 0 0,-1-1 0,0 1 0,1-1 0,-1 1 0,0 0 0,1-1 0,-1 0 0,25-41 0,-24 39 0,17-27 0,40-54 0,-6 13 0,42-73 0,-36 69 0,-57 73 0,0 0 0,0 1 0,1-1 0,-1 0 0,0 1 0,0-1 0,1 0 0,-1 1 0,1 0 0,0-1 0,-1 1 0,1 0 0,0 0 0,0 0 0,0 0 0,0 0 0,-1 1 0,1-1 0,0 0 0,1 1 0,-1-1 0,0 1 0,0 0 0,0 0 0,0 0 0,0 0 0,0 0 0,0 0 0,0 1 0,0-1 0,0 1 0,3 0 0,-3 1 0,1 0 0,0 0 0,0 0 0,-1 0 0,1 0 0,-1 1 0,0-1 0,0 1 0,0-1 0,0 1 0,0 0 0,0 0 0,-1 0 0,1 0 0,-1 0 0,0 0 0,0 1 0,0-1 0,0 5 0,6 25 0,17 47 0,-9-34 0,-11-28 0,0 0 0,2 24 0,-5-29 0,0 0 0,1 0 0,1 0 0,0 0 0,1 0 0,8 17 0,0-7 0,-1 1 0,-1 0 0,13 46 0,-13-44 0,-10-25 0,1-1 0,-1 0 0,0 1 0,0-1 0,1 0 0,-1 1 0,1-1 0,-1 0 0,0 0 0,1 1 0,-1-1 0,0 0 0,1 0 0,-1 0 0,1 0 0,-1 1 0,1-1 0,-1 0 0,1 0 0,-1 0 0,0 0 0,1 0 0,-1 0 0,1 0 0,-1 0 0,1 0 0,-1-1 0,1 1 0,-1 0 0,0 0 0,1 0 0,-1 0 0,1-1 0,-1 1 0,0 0 0,1 0 0,-1-1 0,0 1 0,1 0 0,-1-1 0,0 1 0,1 0 0,-1-1 0,0 1 0,0 0 0,1-1 0,-1 1 0,0-1 0,0 1 0,0 0 0,0-1 0,0 1 0,1-1 0,-1 0 0,31-57 0,-23 39 0,2 1 0,18-26 0,-16 25 0,0 0 0,12-27 0,-6 10 0,21-39-172,-12 21-23,39-58 0,-55 93 286,-1 0-1,-1 0 1,0-1 0,-2 0 0,5-21 0,5-11-74,-13 39-358,-1 0 0,0 0-1,2-16 1,-3 6-6485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8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0 24575,'2'1'0,"0"0"0,-1 0 0,1-1 0,0 1 0,-1 1 0,1-1 0,0 0 0,-1 0 0,1 1 0,-1-1 0,0 1 0,0-1 0,1 1 0,-1-1 0,0 1 0,0 0 0,1 2 0,15 34 0,-11-13 0,-1 0 0,-2 1 0,0-1 0,-2 1 0,-1 0 0,-4 30 0,2 11 0,2-22 0,-3 70 0,1-100 0,0 0 0,-1-1 0,-1 1 0,0-1 0,-11 24 0,-5 21 0,17-49 0,0 1 0,0-1 0,-1 0 0,-1-1 0,1 1 0,-12 16 0,16-26 0,0 1 0,-1-1 0,1 1 0,0-1 0,0 1 0,-1-1 0,1 0 0,0 1 0,-1-1 0,1 1 0,-1-1 0,1 0 0,-1 1 0,1-1 0,0 0 0,-1 0 0,1 1 0,-1-1 0,0 0 0,1 0 0,-1 0 0,1 1 0,-1-1 0,1 0 0,-1 0 0,1 0 0,-1 0 0,1 0 0,-2 0 0,-4-14 0,4-24 0,3 30 0,0-1 0,1 0 0,0 0 0,1 1 0,0 0 0,0-1 0,1 1 0,0 0 0,0 0 0,6-6 0,7-10 0,36-35 0,-11 13 0,79-77 0,-72 77 0,-47 43 0,0 1 0,1 0 0,-1 0 0,1 0 0,-1 0 0,1 0 0,-1 0 0,1 1 0,0-1 0,0 1 0,0 0 0,0 0 0,0 0 0,0 0 0,0 0 0,0 1 0,0-1 0,1 1 0,-1 0 0,0 0 0,0 0 0,0 0 0,0 1 0,1 0 0,3 1 0,-3 0 0,-1 0 0,1 0 0,-1 0 0,0 1 0,0-1 0,0 1 0,0 0 0,0 0 0,-1 0 0,1 0 0,-1 0 0,0 1 0,0-1 0,0 1 0,0 0 0,-1-1 0,0 1 0,1 0 0,0 7 0,21 119 0,4 12 0,-22-116 0,-1 0 0,-2 0 0,-1 42 0,-2-105 0,0 3 0,4-47 0,-2 73 0,0 0 0,0-1 0,1 1 0,0 0 0,1 0 0,0 0 0,0 0 0,0 1 0,1-1 0,0 1 0,8-11 0,9-8 0,31-52 0,-33 47 0,29-35 0,-28 37 0,-16 23 0,-1 0 0,1 0 0,1 1 0,-1 0 0,1 0 0,0 0 0,7-6 0,-10 10 0,0 0 0,0 1 0,0-1 0,0 0 0,0 1 0,0-1 0,0 1 0,0 0 0,0-1 0,0 1 0,0 0 0,0 0 0,0 1 0,0-1 0,1 0 0,-1 1 0,0-1 0,0 1 0,0 0 0,-1-1 0,1 1 0,0 0 0,0 0 0,0 1 0,-1-1 0,1 0 0,0 0 0,-1 1 0,3 2 0,1 1 0,1 0 0,-1 1 0,0-1 0,0 1 0,-1 0 0,0 1 0,0-1 0,-1 1 0,1 0 0,-1 0 0,-1 0 0,4 15 0,-1 2 0,-2 0 0,0 42 0,-2-39 0,7 47 0,9 55 0,-12-122-1365,1-7-5461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59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0 308 24575,'2'1'0,"1"-1"0,-1 1 0,0-1 0,0 1 0,0 0 0,0 0 0,0 0 0,0 0 0,0 0 0,0 0 0,0 1 0,0-1 0,-1 1 0,1-1 0,-1 1 0,1 0 0,-1 0 0,1-1 0,-1 1 0,0 0 0,0 0 0,0 0 0,0 0 0,0 0 0,-1 1 0,2 3 0,1 6 0,0 0 0,0 0 0,0 18 0,-2-17 0,0-1 0,1 1 0,1-1 0,0 0 0,0 1 0,7 14 0,-9-25 0,0 0 0,0 0 0,0 0 0,1 0 0,-1 0 0,1 0 0,-1 0 0,1 0 0,0-1 0,0 1 0,0 0 0,-1-1 0,2 0 0,-1 1 0,0-1 0,0 0 0,0 0 0,0 0 0,1 0 0,-1-1 0,0 1 0,1-1 0,-1 1 0,1-1 0,-1 0 0,1 0 0,-1 0 0,0 0 0,1 0 0,-1 0 0,1-1 0,-1 0 0,0 1 0,1-1 0,-1 0 0,0 0 0,1 0 0,3-2 0,11-6 0,1 0 0,-1-1 0,0 0 0,-1-1 0,0-1 0,-1-1 0,0 0 0,-1-1 0,24-31 0,-31 33 0,0 0 0,-1 0 0,-1-1 0,0 1 0,0-1 0,-2 0 0,5-25 0,-5 15 0,-1 0 0,-1 0 0,-4-42 0,2 58 0,0 0 0,-1 0 0,0 1 0,0-1 0,0 1 0,-1-1 0,0 1 0,-1 0 0,1 0 0,-1 0 0,-1 0 0,1 1 0,-1-1 0,1 1 0,-1 1 0,-1-1 0,1 1 0,-1-1 0,0 2 0,0-1 0,0 1 0,0-1 0,-1 2 0,1-1 0,-1 1 0,0 0 0,1 0 0,-14-1 0,18 3 0,-1 0 0,1 0 0,0 0 0,-1 1 0,1-1 0,0 1 0,0-1 0,0 1 0,0 0 0,-1 0 0,1 0 0,0 0 0,0 0 0,1 0 0,-1 1 0,0-1 0,0 0 0,1 1 0,-1 0 0,0-1 0,1 1 0,0 0 0,-1 0 0,1 0 0,0 0 0,0 0 0,0 0 0,0 0 0,0 0 0,1 0 0,-1 0 0,1 1 0,-1-1 0,1 4 0,-2 10 0,0 1 0,2-1 0,1 30 0,0-28 0,-1-12 14,0 0-1,1-1 0,0 1 0,0-1 1,0 1-1,0-1 0,1 0 1,3 9-1,-3-12-91,-1 0 0,1 1 0,0-1-1,0 0 1,-1 0 0,1 0 0,1 0 0,-1-1 0,0 1-1,0 0 1,1-1 0,-1 0 0,1 1 0,-1-1 0,1 0-1,-1 0 1,1 0 0,5 0 0,13 2-6748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4:00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709 1150 24575,'-2'-3'0,"1"0"0,-1 1 0,0-1 0,0 0 0,0 0 0,0 1 0,0-1 0,-1 1 0,1 0 0,-1-1 0,1 1 0,-1 1 0,0-1 0,0 0 0,-3-1 0,-5-5 0,8 6 0,-32-24 0,-1 1 0,-43-22 0,57 38 0,-1 1 0,0 1 0,-33-6 0,33 8 0,8 2 0,1 1 0,-1 0 0,0 0 0,-21 2 0,32 0 0,-1 0 0,0 1 0,1 0 0,-1-1 0,1 2 0,-1-1 0,1 0 0,-1 1 0,1 0 0,0 0 0,0 0 0,0 1 0,0-1 0,0 1 0,1 0 0,-1 0 0,1 0 0,-4 5 0,-4 9 0,1 0 0,0 1 0,-11 32 0,0-4 0,-55 131 0,70-164 0,1 0 0,0 0 0,1 0 0,1 1 0,0-1 0,0 1 0,1 14 0,2 100 0,2-73 0,-2-55 0,0 1 0,0-1 0,0 0 0,0 0 0,0 0 0,0 0 0,0 1 0,0-1 0,0 0 0,0 0 0,0 0 0,0 0 0,0 0 0,0 1 0,0-1 0,0 0 0,0 0 0,0 0 0,0 0 0,0 1 0,0-1 0,0 0 0,0 0 0,0 0 0,1 0 0,-1 0 0,0 0 0,0 0 0,0 1 0,0-1 0,0 0 0,0 0 0,1 0 0,-1 0 0,0 0 0,0 0 0,0 0 0,0 0 0,0 0 0,1 0 0,-1 0 0,0 0 0,0 0 0,0 0 0,0 0 0,1 0 0,-1 0 0,9-6 0,7-13 0,3-8-52,7-11-222,51-56 0,59-54 154,-92 91 120,-13 14 0,116-158 0,6-41 0,-130 205 0,-2-2 0,-1-1 0,20-60 0,-35 89 0,1 1 0,-1 0 0,2 0 0,9-12 0,-8 11 0,-1 0 0,0 0 0,6-13 0,-8 12 6,5-8 83,0 0 0,-2-1 1,-1 0-1,0 0 0,-2-1 1,0 0-1,3-42 0,-10-105-89,-1 148 0,2 21 0,1 0 0,0 0 0,0 0 0,0 0 0,-1 0 0,1 0 0,0 0 0,0 0 0,-1 0 0,1 0 0,0 0 0,0 0 0,-1 0 0,1 0 0,0 0 0,0 0 0,0 0 0,-1 0 0,1 0 0,0 0 0,0 0 0,-1 0 0,1 0 0,0 0 0,0 1 0,0-1 0,-1 0 0,1 0 0,0 0 0,0 0 0,0 1 0,0-1 0,-1 0 0,1 0 0,0 0 0,0 1 0,0-1 0,0 0 0,0 0 0,0 1 0,-20 38 0,14-25 0,-24 42 0,14-28 0,1 2 0,1 0 0,-13 44 0,24-62 0,-5 12 0,2 1 0,1 0 0,0 1 0,0 32 0,3-39 0,0 0 0,-2-1 0,0 1 0,-1-1 0,-12 28 0,-6 24 0,14-33 0,2 1 0,2 0 0,1 0 0,2 56 0,1-83 0,0 0 0,0 1 0,-1-1 0,-1 0 0,0 0 0,0 0 0,-10 19 0,-4 13 0,11-18 0,2-1 0,0 0 0,2 1 0,0-1 0,2 1 0,4 32 0,-2 9 0,-3 12 0,3 70 0,-2-144 0,0-1 0,1 1 0,0 0 0,-1 0 0,1-1 0,0 1 0,1-1 0,-1 1 0,1-1 0,-1 1 0,1-1 0,0 0 0,0 0 0,1 0 0,-1 0 0,1 0 0,-1 0 0,1-1 0,0 1 0,0-1 0,0 0 0,5 3 0,-1-2 0,0-1 0,0 1 0,0-2 0,0 1 0,0-1 0,0 0 0,1 0 0,-1-1 0,1 0 0,12-2 0,-9-1 0,1 0 0,-1 0 0,0-1 0,0-1 0,0 0 0,-1 0 0,0-1 0,0 0 0,10-9 0,26-14 0,299-195 0,-328 212 0,-1 2 0,0 0 0,-1-2 0,0 1 0,-1-2 0,-1 0 0,0-1 0,-1 0 0,15-23 0,-22 29 0,9-16 0,-1-1 0,15-40 0,-26 58 0,1 0 0,-1 0 0,-1 0 0,0 0 0,0 0 0,0 0 0,-1 0 0,0 0 0,0-1 0,0 1 0,-1 0 0,-1 0 0,1 0 0,-1 0 0,-3-8 0,3 12 0,0 0 0,0 0 0,0 0 0,0 0 0,-1 1 0,1-1 0,-1 1 0,0-1 0,1 1 0,-1 0 0,0 0 0,0 0 0,-1 1 0,1-1 0,0 1 0,-1-1 0,1 1 0,0 0 0,-1 0 0,1 1 0,-6-1 0,-10-1 0,1 1 0,-37 3 0,29-1 0,9 0 0,0 0 0,1 0 0,-1 2 0,0 0 0,-17 6 0,27-6 0,-1 0 0,1 1 0,0-1 0,1 1 0,-1 1 0,1-1 0,-1 1 0,1 0 0,1 1 0,-1-1 0,1 1 0,0 0 0,-4 7 0,-15 26 0,2 0 0,2 2 0,2 0 0,-26 84 0,41-114 0,-4 11 0,1 1 0,0 0 0,2 0 0,-2 39 0,5-35 0,3 116 0,-1-140 0,-1 0 0,1 0 0,0-1 0,-1 1 0,1 0 0,0 0 0,1-1 0,-1 1 0,0-1 0,1 1 0,0-1 0,-1 0 0,1 1 0,0-1 0,0 0 0,0 0 0,0 0 0,1 0 0,-1-1 0,0 1 0,1-1 0,-1 1 0,1-1 0,0 0 0,-1 0 0,1 0 0,0 0 0,0-1 0,0 1 0,3 0 0,11 1 0,0-1 0,0-1 0,0 0 0,19-3 0,-5 1 0,-25 2 0,0-1 0,0 1 0,0-1 0,0-1 0,0 1 0,0-1 0,0 0 0,0 0 0,0-1 0,-1 1 0,1-1 0,-1-1 0,6-4 0,-3 4 0,-1 0 0,1 0 0,0 0 0,1 1 0,-1 1 0,0-1 0,12-1 0,-11 2 0,1 0 0,-1-1 0,1 0 0,-1 0 0,13-8 0,42-19 70,-32 16-1505,-15 7-5391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55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1 24575,'12'0'0,"0"0"0,0 0 0,0 1 0,0 1 0,0 0 0,0 1 0,0 0 0,-1 0 0,1 2 0,-1-1 0,0 1 0,-1 1 0,15 9 0,1 3 0,0-1 0,33 15 0,8 5 0,-49-25 0,0 2 0,-1 0 0,-1 1 0,18 22 0,7 6 0,148 146 0,-157-152 0,-23-26 0,0 0 0,20 17 0,29 26 0,-41-37 0,2 0 0,36 26 0,-47-37 0,-1 1 0,-1-1 0,1 1 0,-1 0 0,0 1 0,0-1 0,5 11 0,8 10 0,-8-15 0,1 0 0,17 14 0,-20-19 0,1 0 0,-2 1 0,0 0 0,0 0 0,0 1 0,9 17 0,5 14 0,1 3 0,31 83 0,-39-77 0,-2 0 0,-2 1 0,-2 0 0,-3 1 0,1 86 0,-8 256 0,-2-366 0,0-1 0,-2 0 0,0 0 0,-19 50 0,7-33 0,11-33 0,2 1 0,-1 0 0,2 0 0,-5 23 0,6-23 0,0-1 0,0 0 0,-1 0 0,-1 0 0,0 0 0,0-1 0,-11 19 0,7-13 0,1 0 0,-8 29 0,10-30 0,0-1 0,0 1 0,-16 26 0,-67 123 0,77-146 0,-1-1 0,0 0 0,-1-1 0,0 0 0,-25 21 0,7-6 0,3-3 0,-2-1 0,0-1 0,-2-1 0,-1-2 0,-1-1 0,-1-2 0,-72 30 0,79-38 0,0-2 0,-34 8 0,43-13 0,1 1 0,1 1 0,-1 1 0,-30 18 0,-26 12 0,-107 32 0,129-49 0,10-5 0,-62 34 0,102-48-65,0 0 0,-1-1 0,1 1 0,0-1 0,-1 0 0,1 0 0,-1 0 0,1 0 0,-1 0 0,0-1 0,1 1 0,-1-1 0,1 1 0,-1-1 0,0 0 0,0 0 0,1 0 0,-1-1 0,0 1 0,-3-1 0,-5-7-6761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57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7634 1 24575,'5'0'0,"0"1"0,1 0 0,-1 0 0,0 1 0,0 0 0,0 0 0,-1 0 0,1 0 0,0 1 0,-1-1 0,1 1 0,-1 0 0,4 5 0,11 8 0,23 27 0,-33-33 0,20 18 0,0-2 0,2-2 0,46 29 0,46 38 0,-91-65 0,-4-3 0,-1 1 0,0 1 0,-2 1 0,23 32 0,-37-42 0,112 171 0,-101-148 0,-1 1 0,29 83 0,-33-68 0,26 75 0,-20-87 0,-18-35 0,-1-1 0,0 1 0,0 0 0,0 1 0,-1-1 0,-1 0 0,4 15 0,1 16 0,2-1 0,17 46 0,8 34 0,-18-59 0,-10-39 0,-1 0 0,0 1 0,2 30 0,-3-18 0,1 0 0,1 0 0,21 59 0,-17-62 0,-1 0 0,-1 1 0,-2 0 0,4 51 0,-10-52 0,2-1 0,1 1 0,7 33 0,20 77 0,-25-111 0,-1 1 0,-1 0 0,-2 0 0,-2 34 0,0-32 0,1 0 0,1-1 0,9 48 0,-4-39 0,-1 1 0,-2 0 0,-3 46 0,3 42 0,11-40 0,-9-59 0,4 49 0,-9 260 0,-2-318 0,0 0 0,-9 38 0,6-36 0,1 0 0,-1 26 0,5 17 0,2-44 0,-2 0 0,-1 0 0,-1 1 0,-8 38 0,-25 73 0,30-108 0,1 1 0,1 0 0,2 0 0,3 48 0,-3 42 0,-23 0 0,-8 50 0,22-102 0,3-24 0,-4 78 0,9-87 0,-2 0 0,0-1 0,-14 46 0,10-45 0,1 0 0,1 1 0,-1 37 0,5-44 0,-1 0 0,-1-1 0,-2 1 0,0-1 0,-18 45 0,16-51 0,0 0 0,-1-1 0,-1 0 0,0-1 0,-2 0 0,0-1 0,0 0 0,-2-1 0,-22 21 0,-18 11 0,-66 43 0,78-60 0,23-17 0,-36 17 0,36-21 0,1 1 0,-22 15 0,-107 68 0,108-72 0,2 2 0,0 1 0,-43 38 0,65-49 0,-1-1 0,0-1 0,-1-1 0,-31 14 0,30-16 0,1 1 0,0 1 0,1 0 0,-30 24 0,34-24 0,-1 0 0,0-1 0,-1-1 0,0 0 0,0-1 0,-1 0 0,-15 4 0,10-4 0,0 1 0,1 2 0,-19 11 0,12-1 0,21-16 0,0 1 0,-1-1 0,1 0 0,-1 0 0,0-1 0,-1 0 0,1 0 0,-9 2 0,-3 1 0,0-1 0,1 2 0,-30 15 0,-37 16 0,-8 3 0,66-28 0,-45 15 0,9-3 0,48-20 0,-1-1 0,1 0 0,-28 4 0,28-6 0,1 0 0,-1 1 0,1 0 0,0 1 0,-15 7 0,3 0 0,0 0 0,-1-2 0,-1-2 0,1 0 0,-1-1 0,-41 3 0,-12 6 0,44-6 0,-11 2 0,24-5 0,1-2 0,-1 0 0,-29 1 0,12-2 0,1 2 0,0 1 0,-74 23 0,106-27 0,-16 2 0,0 0 0,0-1 0,0-2 0,-27 0 0,24-2 0,0 2 0,-51 8 0,-132 27 0,41-9 0,123-20 0,0-2 0,0-2 0,-82-5 0,33 0 0,57 2 0,1 3 0,-62 10 0,-38 4 0,30-5 0,-76 17-910,143-24 910,-44 2 0,-28 3 0,47-2-379,-84-1 0,53-3 153,65-1 226,0 1 0,-50 15 0,-20 4 0,64-20-81,-48 0 0,54-3 11,0 1 0,-53 8 0,-17 8 70,60-12 0,1 2 0,-38 12 0,-53 13 0,2-1 0,59-12 0,44-13 0,0 0 0,-36 17 0,43-17 129,0 0 0,0 0 1,-29 3-1,-29 9 201,14 4-11,35-11-44,-1-1 0,0-2 0,-30 5 0,-65 9-275,64-10 0,0-3 0,-93 3 0,-1065-14 0,712 3 0,497-1-341,-1-1 0,1 1-1,-17-4 1,6-3-6485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58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2 24575,'-82'-1'0,"-91"3"0,146 2 0,-1 1 0,1 2 0,0 1 0,0 1 0,-32 16 0,43-16 0,1 0 0,1 0 0,-1 2 0,2 0 0,0 0 0,0 1 0,1 1 0,0 0 0,-14 22 0,17-20 0,0 2 0,1-1 0,-8 27 0,-2 3 0,16-42 0,0 0 0,1-1 0,-1 1 0,1 0 0,0 0 0,0 0 0,0 0 0,1 0 0,-1 1 0,1-1 0,0 0 0,0 0 0,1 0 0,-1 0 0,1 0 0,0 0 0,0 0 0,0 0 0,0 0 0,1 0 0,0 0 0,0-1 0,0 1 0,0-1 0,0 1 0,1-1 0,-1 0 0,1 0 0,0 0 0,0 0 0,0 0 0,1-1 0,-1 1 0,7 3 0,16 10 0,0-1 0,0-2 0,41 16 0,-59-26 0,0 1 0,-1 0 0,1 0 0,-1 1 0,0 0 0,8 8 0,-8-7 0,0 0 0,0-1 0,0 0 0,1 0 0,-1-1 0,10 4 0,76 34 0,-66-29 0,0 0 0,39 11 0,-53-19 0,1 0 0,23 13 0,16 7 0,-15-12 0,0 1 0,0-2 0,71 13 0,-80-19-32,0 2-1,0 0 0,37 18 1,-21-9-1203,-21-8-5591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03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12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27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25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3:27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18:3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22:44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21:09:4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11/28/2025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23A271A1-F6D6-438B-A432-4747EE7ECD40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3A271A1-F6D6-438B-A432-4747EE7ECD40}" type="datetimeFigureOut">
              <a:rPr lang="en-US" smtClean="0"/>
              <a:pPr/>
              <a:t>11/28/2025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3" Type="http://schemas.openxmlformats.org/officeDocument/2006/relationships/image" Target="../media/image11.png"/><Relationship Id="rId12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15" Type="http://schemas.openxmlformats.org/officeDocument/2006/relationships/customXml" Target="../ink/ink6.xml"/><Relationship Id="rId10" Type="http://schemas.openxmlformats.org/officeDocument/2006/relationships/customXml" Target="../ink/ink4.xml"/><Relationship Id="rId4" Type="http://schemas.openxmlformats.org/officeDocument/2006/relationships/customXml" Target="../ink/ink3.xml"/><Relationship Id="rId9" Type="http://schemas.openxmlformats.org/officeDocument/2006/relationships/image" Target="../media/image15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26.png"/><Relationship Id="rId26" Type="http://schemas.openxmlformats.org/officeDocument/2006/relationships/customXml" Target="../ink/ink20.xml"/><Relationship Id="rId39" Type="http://schemas.openxmlformats.org/officeDocument/2006/relationships/customXml" Target="../ink/ink27.xml"/><Relationship Id="rId21" Type="http://schemas.openxmlformats.org/officeDocument/2006/relationships/customXml" Target="../ink/ink17.xml"/><Relationship Id="rId34" Type="http://schemas.openxmlformats.org/officeDocument/2006/relationships/image" Target="../media/image33.png"/><Relationship Id="rId42" Type="http://schemas.openxmlformats.org/officeDocument/2006/relationships/image" Target="../media/image37.png"/><Relationship Id="rId47" Type="http://schemas.openxmlformats.org/officeDocument/2006/relationships/customXml" Target="../ink/ink31.xml"/><Relationship Id="rId50" Type="http://schemas.openxmlformats.org/officeDocument/2006/relationships/image" Target="../media/image41.png"/><Relationship Id="rId55" Type="http://schemas.openxmlformats.org/officeDocument/2006/relationships/customXml" Target="../ink/ink35.xml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6" Type="http://schemas.openxmlformats.org/officeDocument/2006/relationships/image" Target="../media/image25.png"/><Relationship Id="rId29" Type="http://schemas.openxmlformats.org/officeDocument/2006/relationships/image" Target="../media/image31.png"/><Relationship Id="rId11" Type="http://schemas.openxmlformats.org/officeDocument/2006/relationships/customXml" Target="../ink/ink12.xml"/><Relationship Id="rId24" Type="http://schemas.openxmlformats.org/officeDocument/2006/relationships/image" Target="../media/image29.png"/><Relationship Id="rId32" Type="http://schemas.openxmlformats.org/officeDocument/2006/relationships/customXml" Target="../ink/ink23.xml"/><Relationship Id="rId37" Type="http://schemas.openxmlformats.org/officeDocument/2006/relationships/customXml" Target="../ink/ink26.xml"/><Relationship Id="rId40" Type="http://schemas.openxmlformats.org/officeDocument/2006/relationships/image" Target="../media/image36.png"/><Relationship Id="rId45" Type="http://schemas.openxmlformats.org/officeDocument/2006/relationships/customXml" Target="../ink/ink30.xml"/><Relationship Id="rId53" Type="http://schemas.openxmlformats.org/officeDocument/2006/relationships/customXml" Target="../ink/ink34.xml"/><Relationship Id="rId58" Type="http://schemas.openxmlformats.org/officeDocument/2006/relationships/image" Target="../media/image45.png"/><Relationship Id="rId5" Type="http://schemas.openxmlformats.org/officeDocument/2006/relationships/customXml" Target="../ink/ink8.xml"/><Relationship Id="rId19" Type="http://schemas.openxmlformats.org/officeDocument/2006/relationships/customXml" Target="../ink/ink16.xml"/><Relationship Id="rId4" Type="http://schemas.openxmlformats.org/officeDocument/2006/relationships/image" Target="../media/image15.png"/><Relationship Id="rId9" Type="http://schemas.openxmlformats.org/officeDocument/2006/relationships/customXml" Target="../ink/ink11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Relationship Id="rId27" Type="http://schemas.openxmlformats.org/officeDocument/2006/relationships/image" Target="../media/image30.png"/><Relationship Id="rId30" Type="http://schemas.openxmlformats.org/officeDocument/2006/relationships/customXml" Target="../ink/ink22.xml"/><Relationship Id="rId35" Type="http://schemas.openxmlformats.org/officeDocument/2006/relationships/customXml" Target="../ink/ink25.xml"/><Relationship Id="rId43" Type="http://schemas.openxmlformats.org/officeDocument/2006/relationships/customXml" Target="../ink/ink29.xml"/><Relationship Id="rId48" Type="http://schemas.openxmlformats.org/officeDocument/2006/relationships/image" Target="../media/image40.png"/><Relationship Id="rId56" Type="http://schemas.openxmlformats.org/officeDocument/2006/relationships/image" Target="../media/image44.png"/><Relationship Id="rId8" Type="http://schemas.openxmlformats.org/officeDocument/2006/relationships/customXml" Target="../ink/ink10.xml"/><Relationship Id="rId51" Type="http://schemas.openxmlformats.org/officeDocument/2006/relationships/customXml" Target="../ink/ink33.xml"/><Relationship Id="rId3" Type="http://schemas.openxmlformats.org/officeDocument/2006/relationships/customXml" Target="../ink/ink7.xml"/><Relationship Id="rId12" Type="http://schemas.openxmlformats.org/officeDocument/2006/relationships/image" Target="../media/image16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4.xml"/><Relationship Id="rId38" Type="http://schemas.openxmlformats.org/officeDocument/2006/relationships/image" Target="../media/image35.png"/><Relationship Id="rId46" Type="http://schemas.openxmlformats.org/officeDocument/2006/relationships/image" Target="../media/image39.png"/><Relationship Id="rId20" Type="http://schemas.openxmlformats.org/officeDocument/2006/relationships/image" Target="../media/image27.png"/><Relationship Id="rId41" Type="http://schemas.openxmlformats.org/officeDocument/2006/relationships/customXml" Target="../ink/ink28.xml"/><Relationship Id="rId54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customXml" Target="../ink/ink21.xml"/><Relationship Id="rId36" Type="http://schemas.openxmlformats.org/officeDocument/2006/relationships/image" Target="../media/image34.png"/><Relationship Id="rId49" Type="http://schemas.openxmlformats.org/officeDocument/2006/relationships/customXml" Target="../ink/ink32.xml"/><Relationship Id="rId57" Type="http://schemas.openxmlformats.org/officeDocument/2006/relationships/customXml" Target="../ink/ink36.xml"/><Relationship Id="rId10" Type="http://schemas.openxmlformats.org/officeDocument/2006/relationships/image" Target="../media/image14.png"/><Relationship Id="rId31" Type="http://schemas.openxmlformats.org/officeDocument/2006/relationships/image" Target="../media/image32.png"/><Relationship Id="rId44" Type="http://schemas.openxmlformats.org/officeDocument/2006/relationships/image" Target="../media/image38.png"/><Relationship Id="rId52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3" Type="http://schemas.openxmlformats.org/officeDocument/2006/relationships/image" Target="../media/image15.png"/><Relationship Id="rId7" Type="http://schemas.openxmlformats.org/officeDocument/2006/relationships/customXml" Target="../ink/ink40.xml"/><Relationship Id="rId12" Type="http://schemas.openxmlformats.org/officeDocument/2006/relationships/image" Target="../media/image18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0" Type="http://schemas.openxmlformats.org/officeDocument/2006/relationships/customXml" Target="../ink/ink43.xml"/><Relationship Id="rId4" Type="http://schemas.openxmlformats.org/officeDocument/2006/relationships/customXml" Target="../ink/ink38.xml"/><Relationship Id="rId9" Type="http://schemas.openxmlformats.org/officeDocument/2006/relationships/customXml" Target="../ink/ink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4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moroz96/Simplelife_kotlin_public/tree/maste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632"/>
            <a:ext cx="6477000" cy="1036712"/>
          </a:xfrm>
        </p:spPr>
        <p:txBody>
          <a:bodyPr/>
          <a:lstStyle/>
          <a:p>
            <a:r>
              <a:rPr lang="en-GB" dirty="0" err="1"/>
              <a:t>Simplelife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40768"/>
            <a:ext cx="6705600" cy="685800"/>
          </a:xfrm>
        </p:spPr>
        <p:txBody>
          <a:bodyPr/>
          <a:lstStyle/>
          <a:p>
            <a:r>
              <a:rPr lang="en-GB" dirty="0"/>
              <a:t>App done by </a:t>
            </a:r>
            <a:r>
              <a:rPr lang="en-GB" dirty="0" err="1"/>
              <a:t>Jiancai</a:t>
            </a:r>
            <a:r>
              <a:rPr lang="en-GB" dirty="0"/>
              <a:t> </a:t>
            </a:r>
            <a:r>
              <a:rPr lang="en-GB" dirty="0" err="1"/>
              <a:t>Hou</a:t>
            </a:r>
            <a:r>
              <a:rPr lang="en-GB" dirty="0"/>
              <a:t> and </a:t>
            </a:r>
            <a:r>
              <a:rPr lang="en-GB" dirty="0" err="1"/>
              <a:t>Danila</a:t>
            </a:r>
            <a:r>
              <a:rPr lang="en-GB" dirty="0"/>
              <a:t> </a:t>
            </a:r>
            <a:r>
              <a:rPr lang="en-GB" dirty="0" err="1"/>
              <a:t>Morozov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Simple Life is a modern Android application designed to help users take control of their everyday life by tracking expenses and habits.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9496" y="2615520"/>
            <a:ext cx="1964017" cy="398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6830" y="2608376"/>
            <a:ext cx="1956306" cy="399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9639" y="2608376"/>
            <a:ext cx="1973408" cy="398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C729BEB-73A7-13BF-C43B-D18CBE0CC7E4}"/>
                  </a:ext>
                </a:extLst>
              </p14:cNvPr>
              <p14:cNvContentPartPr/>
              <p14:nvPr/>
            </p14:nvContentPartPr>
            <p14:xfrm>
              <a:off x="2306240" y="33731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C729BEB-73A7-13BF-C43B-D18CBE0CC7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0120" y="336700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681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 Stack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 descr="Screenshot 2025-11-25 16135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1521" y="1674086"/>
            <a:ext cx="2117358" cy="4522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D51FB-7DB1-85CC-8F26-CBBD70B1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8" y="1700725"/>
            <a:ext cx="2160579" cy="4495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4CC787-5359-849C-8CE5-088F30F24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669" y="2430633"/>
            <a:ext cx="3334256" cy="3035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5CB23-93E6-0BBA-07CA-0B78BE221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5002" y="1674085"/>
            <a:ext cx="2274160" cy="4495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C823DC-2A38-8238-4013-BFBF7EC243F8}"/>
              </a:ext>
            </a:extLst>
          </p:cNvPr>
          <p:cNvSpPr txBox="1"/>
          <p:nvPr/>
        </p:nvSpPr>
        <p:spPr>
          <a:xfrm>
            <a:off x="816864" y="6331166"/>
            <a:ext cx="1750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PieChart</a:t>
            </a:r>
            <a: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  <a:t>(context)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54D3B5-19EE-416A-5E7C-07E37FF744D1}"/>
                  </a:ext>
                </a:extLst>
              </p14:cNvPr>
              <p14:cNvContentPartPr/>
              <p14:nvPr/>
            </p14:nvContentPartPr>
            <p14:xfrm>
              <a:off x="1615040" y="8635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54D3B5-19EE-416A-5E7C-07E37FF744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8920" y="85744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BB6E-84B2-9403-EE7F-A4734BBE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F39B-601A-D508-805F-42C58756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C11F5-6986-C529-0921-6D10694B2751}"/>
              </a:ext>
            </a:extLst>
          </p:cNvPr>
          <p:cNvSpPr/>
          <p:nvPr/>
        </p:nvSpPr>
        <p:spPr>
          <a:xfrm>
            <a:off x="119336" y="1484784"/>
            <a:ext cx="5112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Expense Tracker</a:t>
            </a:r>
            <a:endParaRPr lang="en-US" dirty="0"/>
          </a:p>
          <a:p>
            <a:r>
              <a:rPr lang="en-US" b="1" dirty="0"/>
              <a:t>Habit Tracker</a:t>
            </a:r>
          </a:p>
          <a:p>
            <a:r>
              <a:rPr lang="en-US" b="1" dirty="0"/>
              <a:t>Data Visualization</a:t>
            </a:r>
          </a:p>
          <a:p>
            <a:r>
              <a:rPr lang="en-US" b="1" dirty="0"/>
              <a:t>Local Storage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17B2EF-AA05-93AA-8D44-9832B3DE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1717928"/>
            <a:ext cx="3520745" cy="4435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299BD4-A694-448F-CC02-B46BB9FD2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069" y="4090095"/>
            <a:ext cx="2309060" cy="2552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B2863C9-36AE-A609-F5E9-EA37FB347D12}"/>
                  </a:ext>
                </a:extLst>
              </p14:cNvPr>
              <p14:cNvContentPartPr/>
              <p14:nvPr/>
            </p14:nvContentPartPr>
            <p14:xfrm>
              <a:off x="9631520" y="5272840"/>
              <a:ext cx="21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B2863C9-36AE-A609-F5E9-EA37FB347D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5400" y="526672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8C8D9AF-BEA8-281F-6B91-3C10AA9745A4}"/>
                  </a:ext>
                </a:extLst>
              </p14:cNvPr>
              <p14:cNvContentPartPr/>
              <p14:nvPr/>
            </p14:nvContentPartPr>
            <p14:xfrm>
              <a:off x="2946320" y="54859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8C8D9AF-BEA8-281F-6B91-3C10AA9745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40200" y="547984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BFE1399A-E1C3-EBB4-D250-2A2D67479A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9497" y="2970769"/>
            <a:ext cx="2377646" cy="3010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CBD1837-73EE-494F-313F-4DAB037EBBD4}"/>
                  </a:ext>
                </a:extLst>
              </p14:cNvPr>
              <p14:cNvContentPartPr/>
              <p14:nvPr/>
            </p14:nvContentPartPr>
            <p14:xfrm>
              <a:off x="3860720" y="643132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CBD1837-73EE-494F-313F-4DAB037EBB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54600" y="642520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E826D51-4E2A-63C6-0B76-7A009E44E48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1496" y="1127525"/>
            <a:ext cx="1557727" cy="27531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82148EE-1152-391D-039D-204D119894F0}"/>
                  </a:ext>
                </a:extLst>
              </p14:cNvPr>
              <p14:cNvContentPartPr/>
              <p14:nvPr/>
            </p14:nvContentPartPr>
            <p14:xfrm>
              <a:off x="5323760" y="693892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82148EE-1152-391D-039D-204D119894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17640" y="69328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0AF6A3E3-CC44-5371-55FD-043E4E998C0C}"/>
              </a:ext>
            </a:extLst>
          </p:cNvPr>
          <p:cNvSpPr/>
          <p:nvPr/>
        </p:nvSpPr>
        <p:spPr>
          <a:xfrm flipH="1">
            <a:off x="3945128" y="4090095"/>
            <a:ext cx="630711" cy="276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5EC0E96-617A-8E4E-0BF2-1DCFAC096CD1}"/>
              </a:ext>
            </a:extLst>
          </p:cNvPr>
          <p:cNvSpPr/>
          <p:nvPr/>
        </p:nvSpPr>
        <p:spPr>
          <a:xfrm>
            <a:off x="7078667" y="4345420"/>
            <a:ext cx="2640816" cy="30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F823CDF-AC1B-A9EF-9BC9-55BB5B953930}"/>
              </a:ext>
            </a:extLst>
          </p:cNvPr>
          <p:cNvSpPr/>
          <p:nvPr/>
        </p:nvSpPr>
        <p:spPr>
          <a:xfrm>
            <a:off x="6960096" y="3789040"/>
            <a:ext cx="241321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67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9336" y="1484784"/>
            <a:ext cx="5112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Expense Tracker</a:t>
            </a:r>
            <a:endParaRPr lang="en-US" dirty="0"/>
          </a:p>
          <a:p>
            <a:r>
              <a:rPr lang="en-US" b="1" dirty="0"/>
              <a:t>Habit Tracker</a:t>
            </a:r>
          </a:p>
          <a:p>
            <a:r>
              <a:rPr lang="en-US" b="1" dirty="0"/>
              <a:t>Data Visualization</a:t>
            </a:r>
          </a:p>
          <a:p>
            <a:r>
              <a:rPr lang="en-US" b="1" dirty="0"/>
              <a:t>Local Storage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B0C665-E721-2C36-5C35-1B3A0563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1730080"/>
            <a:ext cx="3520745" cy="44352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43C1BB0-5D7F-FA1E-CC93-B95A32A2E473}"/>
                  </a:ext>
                </a:extLst>
              </p14:cNvPr>
              <p14:cNvContentPartPr/>
              <p14:nvPr/>
            </p14:nvContentPartPr>
            <p14:xfrm>
              <a:off x="9631520" y="5272840"/>
              <a:ext cx="21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43C1BB0-5D7F-FA1E-CC93-B95A32A2E4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5400" y="526672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CF3A8C5-5B49-7495-416D-5AE363ABD01A}"/>
                  </a:ext>
                </a:extLst>
              </p14:cNvPr>
              <p14:cNvContentPartPr/>
              <p14:nvPr/>
            </p14:nvContentPartPr>
            <p14:xfrm>
              <a:off x="2946320" y="54859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CF3A8C5-5B49-7495-416D-5AE363ABD0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0200" y="5479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815DF3-5040-32AF-DFDC-C7B7989F4385}"/>
                  </a:ext>
                </a:extLst>
              </p14:cNvPr>
              <p14:cNvContentPartPr/>
              <p14:nvPr/>
            </p14:nvContentPartPr>
            <p14:xfrm>
              <a:off x="3860720" y="643132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815DF3-5040-32AF-DFDC-C7B7989F43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4600" y="64252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BA1394-D8C3-7904-71DC-5FDBAC40CAE1}"/>
                  </a:ext>
                </a:extLst>
              </p14:cNvPr>
              <p14:cNvContentPartPr/>
              <p14:nvPr/>
            </p14:nvContentPartPr>
            <p14:xfrm>
              <a:off x="7548920" y="283456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BA1394-D8C3-7904-71DC-5FDBAC40CA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42800" y="28284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5366CB-50DF-D507-BF48-EACEBC64E6EC}"/>
                  </a:ext>
                </a:extLst>
              </p14:cNvPr>
              <p14:cNvContentPartPr/>
              <p14:nvPr/>
            </p14:nvContentPartPr>
            <p14:xfrm>
              <a:off x="2895200" y="464284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5366CB-50DF-D507-BF48-EACEBC64E6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9080" y="46367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03295BEE-607F-F6F4-34C9-E93706F4F5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899" y="3384224"/>
            <a:ext cx="723963" cy="198899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8A008F4-9856-6D83-C8B0-994CC5EE9A03}"/>
              </a:ext>
            </a:extLst>
          </p:cNvPr>
          <p:cNvSpPr txBox="1"/>
          <p:nvPr/>
        </p:nvSpPr>
        <p:spPr>
          <a:xfrm>
            <a:off x="440937" y="61531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marks an interface as a Room Data Access Object. Room generates the implementation at compile time.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B8C0764-7D00-300E-8844-0B51AE9449A8}"/>
                  </a:ext>
                </a:extLst>
              </p14:cNvPr>
              <p14:cNvContentPartPr/>
              <p14:nvPr/>
            </p14:nvContentPartPr>
            <p14:xfrm>
              <a:off x="9895760" y="2641600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8C0764-7D00-300E-8844-0B51AE9449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9640" y="26354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2B58377-F662-1564-6635-59436DC4D94B}"/>
              </a:ext>
            </a:extLst>
          </p:cNvPr>
          <p:cNvSpPr txBox="1"/>
          <p:nvPr/>
        </p:nvSpPr>
        <p:spPr>
          <a:xfrm>
            <a:off x="6146720" y="4252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The local database (Room) is connected to the cloud-based real-time database (Firebase Realtime Database).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29020DE-7B4A-C724-54BB-891DE7A42F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864" y="-9924"/>
            <a:ext cx="3166201" cy="1489308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12B70089-FC88-1CFC-2BBE-D10C9CEE1E2C}"/>
              </a:ext>
            </a:extLst>
          </p:cNvPr>
          <p:cNvGrpSpPr/>
          <p:nvPr/>
        </p:nvGrpSpPr>
        <p:grpSpPr>
          <a:xfrm>
            <a:off x="2316320" y="1541800"/>
            <a:ext cx="3332520" cy="4742280"/>
            <a:chOff x="2316320" y="1541800"/>
            <a:chExt cx="3332520" cy="47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3EA07E-4F12-D2B2-3FD6-D85271B1F12D}"/>
                    </a:ext>
                  </a:extLst>
                </p14:cNvPr>
                <p14:cNvContentPartPr/>
                <p14:nvPr/>
              </p14:nvContentPartPr>
              <p14:xfrm>
                <a:off x="2482640" y="2742760"/>
                <a:ext cx="3166200" cy="164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3EA07E-4F12-D2B2-3FD6-D85271B1F1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76520" y="2736640"/>
                  <a:ext cx="3178440" cy="16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2D26CD-FC98-174E-8AD3-11D2F6E148BF}"/>
                    </a:ext>
                  </a:extLst>
                </p14:cNvPr>
                <p14:cNvContentPartPr/>
                <p14:nvPr/>
              </p14:nvContentPartPr>
              <p14:xfrm>
                <a:off x="2436920" y="4195720"/>
                <a:ext cx="115920" cy="296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2D26CD-FC98-174E-8AD3-11D2F6E148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30800" y="4189600"/>
                  <a:ext cx="1281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90C6C3-AAA7-296B-3674-31AF5641EEE5}"/>
                    </a:ext>
                  </a:extLst>
                </p14:cNvPr>
                <p14:cNvContentPartPr/>
                <p14:nvPr/>
              </p14:nvContentPartPr>
              <p14:xfrm>
                <a:off x="2430080" y="2753560"/>
                <a:ext cx="3036240" cy="353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A90C6C3-AAA7-296B-3674-31AF5641EE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23960" y="2747440"/>
                  <a:ext cx="3048480" cy="35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6D7D08-5BB9-5B38-381A-63151F3CEF09}"/>
                    </a:ext>
                  </a:extLst>
                </p14:cNvPr>
                <p14:cNvContentPartPr/>
                <p14:nvPr/>
              </p14:nvContentPartPr>
              <p14:xfrm>
                <a:off x="2316320" y="6004360"/>
                <a:ext cx="529560" cy="26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6D7D08-5BB9-5B38-381A-63151F3CEF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10200" y="5998240"/>
                  <a:ext cx="541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A22936-3A9A-BA79-1596-A20AA55FED6E}"/>
                    </a:ext>
                  </a:extLst>
                </p14:cNvPr>
                <p14:cNvContentPartPr/>
                <p14:nvPr/>
              </p14:nvContentPartPr>
              <p14:xfrm>
                <a:off x="3885200" y="1541800"/>
                <a:ext cx="1743480" cy="1425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A22936-3A9A-BA79-1596-A20AA55FED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79080" y="1535680"/>
                  <a:ext cx="1755720" cy="14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84989D-D3FA-F611-A343-A6414FAB846B}"/>
                    </a:ext>
                  </a:extLst>
                </p14:cNvPr>
                <p14:cNvContentPartPr/>
                <p14:nvPr/>
              </p14:nvContentPartPr>
              <p14:xfrm>
                <a:off x="3962240" y="1595080"/>
                <a:ext cx="52740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84989D-D3FA-F611-A343-A6414FAB846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56120" y="1588960"/>
                  <a:ext cx="5396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8A6FBBC-0858-19CE-C432-C305BC3F0492}"/>
                  </a:ext>
                </a:extLst>
              </p14:cNvPr>
              <p14:cNvContentPartPr/>
              <p14:nvPr/>
            </p14:nvContentPartPr>
            <p14:xfrm>
              <a:off x="9092960" y="6329440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8A6FBBC-0858-19CE-C432-C305BC3F04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86840" y="63233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71A79B5-6700-58A5-F81B-50DD4F5167EC}"/>
                  </a:ext>
                </a:extLst>
              </p14:cNvPr>
              <p14:cNvContentPartPr/>
              <p14:nvPr/>
            </p14:nvContentPartPr>
            <p14:xfrm>
              <a:off x="7640000" y="4104280"/>
              <a:ext cx="213840" cy="91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71A79B5-6700-58A5-F81B-50DD4F5167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33880" y="4098160"/>
                <a:ext cx="22608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5B83DCA3-6F99-3F19-898C-7CB8E72F866E}"/>
              </a:ext>
            </a:extLst>
          </p:cNvPr>
          <p:cNvGrpSpPr/>
          <p:nvPr/>
        </p:nvGrpSpPr>
        <p:grpSpPr>
          <a:xfrm>
            <a:off x="7053200" y="1115920"/>
            <a:ext cx="4997160" cy="4834440"/>
            <a:chOff x="7053200" y="1115920"/>
            <a:chExt cx="4997160" cy="48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BD52E8-AC20-4F18-1228-CA65E49F277E}"/>
                    </a:ext>
                  </a:extLst>
                </p14:cNvPr>
                <p14:cNvContentPartPr/>
                <p14:nvPr/>
              </p14:nvContentPartPr>
              <p14:xfrm>
                <a:off x="8432720" y="1115920"/>
                <a:ext cx="1678680" cy="146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BD52E8-AC20-4F18-1228-CA65E49F27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26600" y="1109800"/>
                  <a:ext cx="1690920" cy="14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E0F74B-7CC4-A350-496F-DEB56DB2D8AE}"/>
                    </a:ext>
                  </a:extLst>
                </p14:cNvPr>
                <p14:cNvContentPartPr/>
                <p14:nvPr/>
              </p14:nvContentPartPr>
              <p14:xfrm>
                <a:off x="10068560" y="1158040"/>
                <a:ext cx="375120" cy="133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E0F74B-7CC4-A350-496F-DEB56DB2D8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62440" y="1151920"/>
                  <a:ext cx="387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C152DB-5F5D-6BF2-4E48-7A56362D1AAE}"/>
                    </a:ext>
                  </a:extLst>
                </p14:cNvPr>
                <p14:cNvContentPartPr/>
                <p14:nvPr/>
              </p14:nvContentPartPr>
              <p14:xfrm>
                <a:off x="11256920" y="246880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C152DB-5F5D-6BF2-4E48-7A56362D1A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250800" y="24626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10D7699-2707-F809-0B8F-41AAD84F4C8E}"/>
                    </a:ext>
                  </a:extLst>
                </p14:cNvPr>
                <p14:cNvContentPartPr/>
                <p14:nvPr/>
              </p14:nvContentPartPr>
              <p14:xfrm>
                <a:off x="7325360" y="3046600"/>
                <a:ext cx="1951920" cy="1212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10D7699-2707-F809-0B8F-41AAD84F4C8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19240" y="3040480"/>
                  <a:ext cx="1964160" cy="12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802831-DCAA-7BBD-83DE-79C312E11A86}"/>
                    </a:ext>
                  </a:extLst>
                </p14:cNvPr>
                <p14:cNvContentPartPr/>
                <p14:nvPr/>
              </p14:nvContentPartPr>
              <p14:xfrm>
                <a:off x="7591400" y="4012840"/>
                <a:ext cx="375840" cy="477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802831-DCAA-7BBD-83DE-79C312E11A8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85280" y="4006720"/>
                  <a:ext cx="3880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B16F280-564D-1A60-8CD8-7959EF27F477}"/>
                    </a:ext>
                  </a:extLst>
                </p14:cNvPr>
                <p14:cNvContentPartPr/>
                <p14:nvPr/>
              </p14:nvContentPartPr>
              <p14:xfrm>
                <a:off x="9478880" y="3881080"/>
                <a:ext cx="294120" cy="30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B16F280-564D-1A60-8CD8-7959EF27F47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72760" y="3874960"/>
                  <a:ext cx="3063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73F063-9EB2-C79F-193C-1C5AEE7E1C18}"/>
                    </a:ext>
                  </a:extLst>
                </p14:cNvPr>
                <p14:cNvContentPartPr/>
                <p14:nvPr/>
              </p14:nvContentPartPr>
              <p14:xfrm>
                <a:off x="9865520" y="3789280"/>
                <a:ext cx="153360" cy="5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73F063-9EB2-C79F-193C-1C5AEE7E1C1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59400" y="3783160"/>
                  <a:ext cx="165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995C96-F0C5-FCFB-5014-944AA06B58EE}"/>
                    </a:ext>
                  </a:extLst>
                </p14:cNvPr>
                <p14:cNvContentPartPr/>
                <p14:nvPr/>
              </p14:nvContentPartPr>
              <p14:xfrm>
                <a:off x="9834560" y="3952000"/>
                <a:ext cx="122400" cy="267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995C96-F0C5-FCFB-5014-944AA06B58E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28440" y="3945880"/>
                  <a:ext cx="134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8DFED1-9DCA-062C-3920-3B411FEA66BF}"/>
                    </a:ext>
                  </a:extLst>
                </p14:cNvPr>
                <p14:cNvContentPartPr/>
                <p14:nvPr/>
              </p14:nvContentPartPr>
              <p14:xfrm>
                <a:off x="10109240" y="4012840"/>
                <a:ext cx="191880" cy="28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8DFED1-9DCA-062C-3920-3B411FEA66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03120" y="4006720"/>
                  <a:ext cx="2041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4B04FF-D7F9-7870-93BF-BBF944C65C30}"/>
                    </a:ext>
                  </a:extLst>
                </p14:cNvPr>
                <p14:cNvContentPartPr/>
                <p14:nvPr/>
              </p14:nvContentPartPr>
              <p14:xfrm>
                <a:off x="10403360" y="4002760"/>
                <a:ext cx="356400" cy="326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4B04FF-D7F9-7870-93BF-BBF944C65C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97240" y="3996640"/>
                  <a:ext cx="3686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300F93-E4F4-2B99-FC85-4727D03CB8DD}"/>
                    </a:ext>
                  </a:extLst>
                </p14:cNvPr>
                <p14:cNvContentPartPr/>
                <p14:nvPr/>
              </p14:nvContentPartPr>
              <p14:xfrm>
                <a:off x="10901240" y="4053880"/>
                <a:ext cx="330120" cy="280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300F93-E4F4-2B99-FC85-4727D03CB8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95120" y="4047760"/>
                  <a:ext cx="342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45D5DA-91B1-58AF-18F1-5ED4DC667F7B}"/>
                    </a:ext>
                  </a:extLst>
                </p14:cNvPr>
                <p14:cNvContentPartPr/>
                <p14:nvPr/>
              </p14:nvContentPartPr>
              <p14:xfrm>
                <a:off x="11358800" y="4125880"/>
                <a:ext cx="143640" cy="199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45D5DA-91B1-58AF-18F1-5ED4DC667F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352680" y="4119760"/>
                  <a:ext cx="155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DF375B-B861-F543-4114-C89B5BA4B04A}"/>
                    </a:ext>
                  </a:extLst>
                </p14:cNvPr>
                <p14:cNvContentPartPr/>
                <p14:nvPr/>
              </p14:nvContentPartPr>
              <p14:xfrm>
                <a:off x="11520440" y="3730960"/>
                <a:ext cx="529920" cy="600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DF375B-B861-F543-4114-C89B5BA4B0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514320" y="3724840"/>
                  <a:ext cx="5421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4F4026-B768-11AE-CD03-6C22B5CF391C}"/>
                    </a:ext>
                  </a:extLst>
                </p14:cNvPr>
                <p14:cNvContentPartPr/>
                <p14:nvPr/>
              </p14:nvContentPartPr>
              <p14:xfrm>
                <a:off x="9429920" y="2407600"/>
                <a:ext cx="537480" cy="1202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4F4026-B768-11AE-CD03-6C22B5CF391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23800" y="2401480"/>
                  <a:ext cx="549720" cy="12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6F5EBD-8257-BB93-F136-311E9D718952}"/>
                    </a:ext>
                  </a:extLst>
                </p14:cNvPr>
                <p14:cNvContentPartPr/>
                <p14:nvPr/>
              </p14:nvContentPartPr>
              <p14:xfrm>
                <a:off x="7289720" y="3088360"/>
                <a:ext cx="3206160" cy="2683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6F5EBD-8257-BB93-F136-311E9D71895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3600" y="3082240"/>
                  <a:ext cx="3218400" cy="26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57CCB0-9BFB-27D3-67D5-850E3610CCE7}"/>
                    </a:ext>
                  </a:extLst>
                </p14:cNvPr>
                <p14:cNvContentPartPr/>
                <p14:nvPr/>
              </p14:nvContentPartPr>
              <p14:xfrm>
                <a:off x="7053200" y="5628160"/>
                <a:ext cx="393480" cy="322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57CCB0-9BFB-27D3-67D5-850E3610CCE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47080" y="5622040"/>
                  <a:ext cx="405720" cy="334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4892-8B03-46A0-F1C7-384B86A5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02C7-F3A8-052B-B6C8-DD86BB10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504FC57-B963-EA23-5DE7-C664F7F23BC6}"/>
                  </a:ext>
                </a:extLst>
              </p14:cNvPr>
              <p14:cNvContentPartPr/>
              <p14:nvPr/>
            </p14:nvContentPartPr>
            <p14:xfrm>
              <a:off x="9631520" y="5272840"/>
              <a:ext cx="21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504FC57-B963-EA23-5DE7-C664F7F23B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5400" y="526672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9AFEE26-0E46-F219-77C7-0EC418995E4B}"/>
                  </a:ext>
                </a:extLst>
              </p14:cNvPr>
              <p14:cNvContentPartPr/>
              <p14:nvPr/>
            </p14:nvContentPartPr>
            <p14:xfrm>
              <a:off x="2946320" y="54859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9AFEE26-0E46-F219-77C7-0EC418995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0200" y="5479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CB2F2F9-A2C5-BE6D-F000-8C47CFCDEDAA}"/>
                  </a:ext>
                </a:extLst>
              </p14:cNvPr>
              <p14:cNvContentPartPr/>
              <p14:nvPr/>
            </p14:nvContentPartPr>
            <p14:xfrm>
              <a:off x="3860720" y="643132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B2F2F9-A2C5-BE6D-F000-8C47CFCDED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4600" y="64252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C613396-E95E-4C82-4A5E-D782D12D4A21}"/>
                  </a:ext>
                </a:extLst>
              </p14:cNvPr>
              <p14:cNvContentPartPr/>
              <p14:nvPr/>
            </p14:nvContentPartPr>
            <p14:xfrm>
              <a:off x="7548920" y="283456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C613396-E95E-4C82-4A5E-D782D12D4A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2800" y="28284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0B422B-8F76-8078-D383-A4A329662287}"/>
                  </a:ext>
                </a:extLst>
              </p14:cNvPr>
              <p14:cNvContentPartPr/>
              <p14:nvPr/>
            </p14:nvContentPartPr>
            <p14:xfrm>
              <a:off x="2895200" y="464284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0B422B-8F76-8078-D383-A4A3296622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9080" y="4636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790266-AED4-03C5-2D89-7466E4D4DC50}"/>
                  </a:ext>
                </a:extLst>
              </p14:cNvPr>
              <p14:cNvContentPartPr/>
              <p14:nvPr/>
            </p14:nvContentPartPr>
            <p14:xfrm>
              <a:off x="9895760" y="2641600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790266-AED4-03C5-2D89-7466E4D4D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9640" y="26354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FC413B-2671-E6F3-4DA1-FCA6556921BA}"/>
                  </a:ext>
                </a:extLst>
              </p14:cNvPr>
              <p14:cNvContentPartPr/>
              <p14:nvPr/>
            </p14:nvContentPartPr>
            <p14:xfrm>
              <a:off x="9092960" y="6329440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FC413B-2671-E6F3-4DA1-FCA6556921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86840" y="63233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AAE7963-93E4-2E67-23C6-65D9D65959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7488" y="1594811"/>
            <a:ext cx="3814264" cy="5085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749CBD-362B-0229-745B-18F5EAEE177D}"/>
              </a:ext>
            </a:extLst>
          </p:cNvPr>
          <p:cNvSpPr txBox="1"/>
          <p:nvPr/>
        </p:nvSpPr>
        <p:spPr>
          <a:xfrm>
            <a:off x="5277488" y="19029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com.example.simplelife.ui.screens.DashboardScreen</a:t>
            </a:r>
            <a:b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CN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com.example.simplelife.ui.screens.StatsScreen</a:t>
            </a:r>
            <a:b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CN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com.example.simplelife.ui.theme.SimpleLifeTheme</a:t>
            </a:r>
            <a:b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CN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com.example.simplelife.viewmodel.SimpleLifeViewModel</a:t>
            </a:r>
            <a:endParaRPr lang="en-US" altLang="zh-CN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B56955-582D-30E3-C154-6EEF1593D1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5716" y="4038600"/>
            <a:ext cx="2339543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3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Database, where all information saved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12FE0-35CE-261E-B31F-EC7631D17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628800"/>
            <a:ext cx="7377089" cy="4653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C42C-EBE0-31C3-2375-E3970F46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E8A7-5757-CC36-714C-F0723507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918" y="287532"/>
            <a:ext cx="10871200" cy="968152"/>
          </a:xfrm>
        </p:spPr>
        <p:txBody>
          <a:bodyPr>
            <a:normAutofit/>
          </a:bodyPr>
          <a:lstStyle/>
          <a:p>
            <a:r>
              <a:rPr lang="en-US" b="1" dirty="0"/>
              <a:t>Tech Stack</a:t>
            </a:r>
            <a:endParaRPr lang="en-US" dirty="0"/>
          </a:p>
        </p:txBody>
      </p:sp>
      <p:pic>
        <p:nvPicPr>
          <p:cNvPr id="5" name="Picture 4" descr="Screenshot 2025-11-25 161355.jpg">
            <a:extLst>
              <a:ext uri="{FF2B5EF4-FFF2-40B4-BE49-F238E27FC236}">
                <a16:creationId xmlns:a16="http://schemas.microsoft.com/office/drawing/2014/main" id="{8C9879D9-1702-EE24-37D9-3828BEC9C7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1521" y="1674086"/>
            <a:ext cx="2117358" cy="4522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6EDFD-A380-DF32-B425-63DFAD13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8" y="1700725"/>
            <a:ext cx="2160579" cy="449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7B6941-7068-437E-0F4B-F94576784F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03" t="32034" r="14509" b="24721"/>
          <a:stretch>
            <a:fillRect/>
          </a:stretch>
        </p:blipFill>
        <p:spPr>
          <a:xfrm>
            <a:off x="5632178" y="1776843"/>
            <a:ext cx="1637142" cy="19442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FA324E-3510-D451-E4CC-27735FBA694C}"/>
                  </a:ext>
                </a:extLst>
              </p14:cNvPr>
              <p14:cNvContentPartPr/>
              <p14:nvPr/>
            </p14:nvContentPartPr>
            <p14:xfrm>
              <a:off x="1615040" y="8635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54D3B5-19EE-416A-5E7C-07E37FF744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8920" y="85744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61A34-96AD-19F3-5AD5-FE5344F316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627903" y="3970329"/>
            <a:ext cx="6143232" cy="2260848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Language:</a:t>
            </a:r>
            <a:r>
              <a:rPr lang="en-US" sz="1400" dirty="0"/>
              <a:t> </a:t>
            </a:r>
            <a:r>
              <a:rPr lang="en-US" sz="1400" dirty="0" err="1"/>
              <a:t>Kotlin</a:t>
            </a:r>
            <a:endParaRPr lang="en-US" sz="1400" dirty="0"/>
          </a:p>
          <a:p>
            <a:r>
              <a:rPr lang="en-US" sz="1400" b="1" dirty="0"/>
              <a:t>UI:</a:t>
            </a:r>
            <a:r>
              <a:rPr lang="en-US" sz="1400" dirty="0"/>
              <a:t> Jetpack Compose (Material 3 Design)</a:t>
            </a:r>
          </a:p>
          <a:p>
            <a:r>
              <a:rPr lang="en-US" sz="1400" b="1" dirty="0"/>
              <a:t>Architecture:</a:t>
            </a:r>
            <a:r>
              <a:rPr lang="en-US" sz="1400" dirty="0"/>
              <a:t> MVVM (Model-View-</a:t>
            </a:r>
            <a:r>
              <a:rPr lang="en-US" sz="1400" dirty="0" err="1"/>
              <a:t>ViewModel</a:t>
            </a:r>
            <a:r>
              <a:rPr lang="en-US" sz="1400" dirty="0"/>
              <a:t>)</a:t>
            </a:r>
          </a:p>
          <a:p>
            <a:r>
              <a:rPr lang="en-US" sz="1400" b="1" dirty="0"/>
              <a:t>Database:</a:t>
            </a:r>
            <a:r>
              <a:rPr lang="en-US" sz="1400" dirty="0"/>
              <a:t> Room (SQLite) with Coroutines(</a:t>
            </a:r>
            <a:r>
              <a:rPr lang="en-US" altLang="zh-CN" sz="1400" dirty="0"/>
              <a:t>DAO → Repository → </a:t>
            </a:r>
            <a:r>
              <a:rPr lang="en-US" altLang="zh-CN" sz="1400" dirty="0" err="1"/>
              <a:t>ViewModel</a:t>
            </a:r>
            <a:r>
              <a:rPr lang="en-US" altLang="zh-CN" sz="1400" dirty="0"/>
              <a:t> → Compose</a:t>
            </a:r>
            <a:r>
              <a:rPr lang="en-US" sz="1400" dirty="0"/>
              <a:t>)</a:t>
            </a:r>
          </a:p>
          <a:p>
            <a:r>
              <a:rPr lang="en-US" sz="1400" b="1" dirty="0"/>
              <a:t>Navigation:</a:t>
            </a:r>
            <a:r>
              <a:rPr lang="en-US" sz="1400" dirty="0"/>
              <a:t> Navigation Compose</a:t>
            </a:r>
          </a:p>
          <a:p>
            <a:r>
              <a:rPr lang="en-US" sz="1400" b="1" dirty="0"/>
              <a:t>Charts:</a:t>
            </a:r>
            <a:r>
              <a:rPr lang="en-US" sz="1400" dirty="0"/>
              <a:t> </a:t>
            </a:r>
            <a:r>
              <a:rPr lang="en-US" sz="1400" dirty="0" err="1"/>
              <a:t>MPAndroidChart</a:t>
            </a:r>
            <a:endParaRPr lang="en-US" sz="1400" dirty="0"/>
          </a:p>
          <a:p>
            <a:r>
              <a:rPr lang="en-US" sz="1400" b="1" dirty="0" err="1"/>
              <a:t>Async</a:t>
            </a:r>
            <a:r>
              <a:rPr lang="en-US" sz="1400" b="1" dirty="0"/>
              <a:t>:</a:t>
            </a:r>
            <a:r>
              <a:rPr lang="en-US" sz="1400" dirty="0"/>
              <a:t> </a:t>
            </a:r>
            <a:r>
              <a:rPr lang="en-US" sz="1400" dirty="0" err="1"/>
              <a:t>Kotlin</a:t>
            </a:r>
            <a:r>
              <a:rPr lang="en-US" sz="1400" dirty="0"/>
              <a:t> </a:t>
            </a:r>
            <a:r>
              <a:rPr lang="en-US" sz="1400" dirty="0" err="1"/>
              <a:t>Coroutines</a:t>
            </a:r>
            <a:r>
              <a:rPr lang="en-US" sz="1400" dirty="0"/>
              <a:t> &amp; Flow API used: Firebase Studio</a:t>
            </a: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F4618-1053-8C7F-8A61-0D844FBA7B2D}"/>
              </a:ext>
            </a:extLst>
          </p:cNvPr>
          <p:cNvSpPr txBox="1"/>
          <p:nvPr/>
        </p:nvSpPr>
        <p:spPr>
          <a:xfrm>
            <a:off x="7680176" y="1844824"/>
            <a:ext cx="3912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Simple Life is a modern Android application designed to help users take control of their everyday life by tracking expenses and habits. </a:t>
            </a:r>
          </a:p>
        </p:txBody>
      </p:sp>
    </p:spTree>
    <p:extLst>
      <p:ext uri="{BB962C8B-B14F-4D97-AF65-F5344CB8AC3E}">
        <p14:creationId xmlns:p14="http://schemas.microsoft.com/office/powerpoint/2010/main" val="149172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Language:</a:t>
            </a:r>
            <a:r>
              <a:rPr lang="en-US" dirty="0"/>
              <a:t> </a:t>
            </a:r>
            <a:r>
              <a:rPr lang="en-US" dirty="0" err="1"/>
              <a:t>Kotlin</a:t>
            </a:r>
            <a:endParaRPr lang="en-US" dirty="0"/>
          </a:p>
          <a:p>
            <a:r>
              <a:rPr lang="en-US" b="1" dirty="0"/>
              <a:t>UI:</a:t>
            </a:r>
            <a:r>
              <a:rPr lang="en-US" dirty="0"/>
              <a:t> Jetpack Compose (Material 3 Design)</a:t>
            </a:r>
          </a:p>
          <a:p>
            <a:r>
              <a:rPr lang="en-US" b="1" dirty="0"/>
              <a:t>Architecture:</a:t>
            </a:r>
            <a:r>
              <a:rPr lang="en-US" dirty="0"/>
              <a:t> MVVM (Model-View-</a:t>
            </a:r>
            <a:r>
              <a:rPr lang="en-US" dirty="0" err="1"/>
              <a:t>ViewModel</a:t>
            </a:r>
            <a:r>
              <a:rPr lang="en-US" dirty="0"/>
              <a:t>)</a:t>
            </a:r>
          </a:p>
          <a:p>
            <a:r>
              <a:rPr lang="en-US" b="1" dirty="0"/>
              <a:t>Database:</a:t>
            </a:r>
            <a:r>
              <a:rPr lang="en-US" dirty="0"/>
              <a:t> Room (SQLite) with Coroutines(</a:t>
            </a:r>
            <a:r>
              <a:rPr lang="en-US" altLang="zh-CN" dirty="0"/>
              <a:t>DAO → Repository → </a:t>
            </a:r>
            <a:r>
              <a:rPr lang="en-US" altLang="zh-CN" dirty="0" err="1"/>
              <a:t>ViewModel</a:t>
            </a:r>
            <a:r>
              <a:rPr lang="en-US" altLang="zh-CN" dirty="0"/>
              <a:t> → Compose</a:t>
            </a:r>
            <a:r>
              <a:rPr lang="en-US" dirty="0"/>
              <a:t>)</a:t>
            </a:r>
          </a:p>
          <a:p>
            <a:r>
              <a:rPr lang="en-US" b="1" dirty="0"/>
              <a:t>Navigation:</a:t>
            </a:r>
            <a:r>
              <a:rPr lang="en-US" dirty="0"/>
              <a:t> Navigation Compose</a:t>
            </a:r>
          </a:p>
          <a:p>
            <a:r>
              <a:rPr lang="en-US" b="1" dirty="0"/>
              <a:t>Charts:</a:t>
            </a:r>
            <a:r>
              <a:rPr lang="en-US" dirty="0"/>
              <a:t> </a:t>
            </a:r>
            <a:r>
              <a:rPr lang="en-US" dirty="0" err="1"/>
              <a:t>MPAndroidChart</a:t>
            </a:r>
            <a:endParaRPr lang="en-US" dirty="0"/>
          </a:p>
          <a:p>
            <a:r>
              <a:rPr lang="en-US" b="1" dirty="0" err="1"/>
              <a:t>Async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Kotlin</a:t>
            </a:r>
            <a:r>
              <a:rPr lang="en-US" dirty="0"/>
              <a:t> </a:t>
            </a:r>
            <a:r>
              <a:rPr lang="en-US" dirty="0" err="1"/>
              <a:t>Coroutines</a:t>
            </a:r>
            <a:r>
              <a:rPr lang="en-US" dirty="0"/>
              <a:t> &amp; Flow API used: Firebase Studio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1. Clone the repository (please open master). </a:t>
            </a:r>
          </a:p>
          <a:p>
            <a:r>
              <a:rPr lang="en-US" dirty="0"/>
              <a:t>2. Open in Android Studio. </a:t>
            </a:r>
          </a:p>
          <a:p>
            <a:r>
              <a:rPr lang="en-US" dirty="0"/>
              <a:t>3. Sync </a:t>
            </a:r>
            <a:r>
              <a:rPr lang="en-US" dirty="0" err="1"/>
              <a:t>Gradle</a:t>
            </a:r>
            <a:r>
              <a:rPr lang="en-US" dirty="0"/>
              <a:t> dependencies. </a:t>
            </a:r>
          </a:p>
          <a:p>
            <a:r>
              <a:rPr lang="en-US" dirty="0"/>
              <a:t>4. Run on an Emulator or Physical Device (Min SDK 24).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for downloading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https://github.com/Danmoroz96/Simplelife_kotlin_public/tree/master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(OPEN MASTER!!!)</a:t>
            </a:r>
          </a:p>
          <a:p>
            <a:endParaRPr lang="en-GB" dirty="0"/>
          </a:p>
          <a:p>
            <a:r>
              <a:rPr lang="en-US" dirty="0"/>
              <a:t>https://github.com/Danmoroz96/Simplelife_kotlin_public/releases/tag/V1.0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lang="en-US" dirty="0"/>
          </a:p>
        </p:txBody>
      </p:sp>
      <p:pic>
        <p:nvPicPr>
          <p:cNvPr id="4" name="Content Placeholder 3" descr="istockphoto-1257101256-612x612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95600" y="1052737"/>
            <a:ext cx="7056784" cy="5650039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200</TotalTime>
  <Words>446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JetBrains Mono</vt:lpstr>
      <vt:lpstr>Tw Cen MT</vt:lpstr>
      <vt:lpstr>Wingdings</vt:lpstr>
      <vt:lpstr>Wingdings 2</vt:lpstr>
      <vt:lpstr>Median</vt:lpstr>
      <vt:lpstr>Simplelife</vt:lpstr>
      <vt:lpstr>Description</vt:lpstr>
      <vt:lpstr>Tech Stack </vt:lpstr>
      <vt:lpstr>Features </vt:lpstr>
      <vt:lpstr>Features </vt:lpstr>
      <vt:lpstr>Features </vt:lpstr>
      <vt:lpstr>Database, where all information saved</vt:lpstr>
      <vt:lpstr>Tech Stack</vt:lpstr>
      <vt:lpstr>PowerPoint Presentation</vt:lpstr>
      <vt:lpstr>Installation</vt:lpstr>
      <vt:lpstr>Link for downloading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Simplelife</dc:title>
  <dc:creator>admin</dc:creator>
  <cp:lastModifiedBy>Jiancai x Hou</cp:lastModifiedBy>
  <cp:revision>43</cp:revision>
  <dcterms:created xsi:type="dcterms:W3CDTF">2025-11-26T15:14:02Z</dcterms:created>
  <dcterms:modified xsi:type="dcterms:W3CDTF">2025-11-28T07:44:20Z</dcterms:modified>
</cp:coreProperties>
</file>